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rand PELLETIER" userId="94262569-a039-4c52-809e-e5d17b830035" providerId="ADAL" clId="{D7FA07B0-F5E1-4CF8-82E6-6D38C474E5DE}"/>
    <pc:docChg chg="custSel addSld modSld">
      <pc:chgData name="Bertrand PELLETIER" userId="94262569-a039-4c52-809e-e5d17b830035" providerId="ADAL" clId="{D7FA07B0-F5E1-4CF8-82E6-6D38C474E5DE}" dt="2021-05-07T10:22:16.819" v="8" actId="2890"/>
      <pc:docMkLst>
        <pc:docMk/>
      </pc:docMkLst>
      <pc:sldChg chg="addSp delSp modSp new mod">
        <pc:chgData name="Bertrand PELLETIER" userId="94262569-a039-4c52-809e-e5d17b830035" providerId="ADAL" clId="{D7FA07B0-F5E1-4CF8-82E6-6D38C474E5DE}" dt="2021-05-07T10:21:58.095" v="5" actId="14100"/>
        <pc:sldMkLst>
          <pc:docMk/>
          <pc:sldMk cId="1463703641" sldId="256"/>
        </pc:sldMkLst>
        <pc:spChg chg="del">
          <ac:chgData name="Bertrand PELLETIER" userId="94262569-a039-4c52-809e-e5d17b830035" providerId="ADAL" clId="{D7FA07B0-F5E1-4CF8-82E6-6D38C474E5DE}" dt="2021-05-07T10:20:39.909" v="1" actId="478"/>
          <ac:spMkLst>
            <pc:docMk/>
            <pc:sldMk cId="1463703641" sldId="256"/>
            <ac:spMk id="2" creationId="{CFF331B3-0BBC-4564-A84A-5E6F499C72C4}"/>
          </ac:spMkLst>
        </pc:spChg>
        <pc:spChg chg="del">
          <ac:chgData name="Bertrand PELLETIER" userId="94262569-a039-4c52-809e-e5d17b830035" providerId="ADAL" clId="{D7FA07B0-F5E1-4CF8-82E6-6D38C474E5DE}" dt="2021-05-07T10:20:41.558" v="2" actId="478"/>
          <ac:spMkLst>
            <pc:docMk/>
            <pc:sldMk cId="1463703641" sldId="256"/>
            <ac:spMk id="3" creationId="{F0240AA4-8C47-4298-BC26-684BDA2A4574}"/>
          </ac:spMkLst>
        </pc:spChg>
        <pc:picChg chg="add mod">
          <ac:chgData name="Bertrand PELLETIER" userId="94262569-a039-4c52-809e-e5d17b830035" providerId="ADAL" clId="{D7FA07B0-F5E1-4CF8-82E6-6D38C474E5DE}" dt="2021-05-07T10:21:58.095" v="5" actId="14100"/>
          <ac:picMkLst>
            <pc:docMk/>
            <pc:sldMk cId="1463703641" sldId="256"/>
            <ac:picMk id="5" creationId="{0BC6DBEB-5BDB-4CF1-8EC5-80B7FC4AC24F}"/>
          </ac:picMkLst>
        </pc:picChg>
      </pc:sldChg>
      <pc:sldChg chg="add">
        <pc:chgData name="Bertrand PELLETIER" userId="94262569-a039-4c52-809e-e5d17b830035" providerId="ADAL" clId="{D7FA07B0-F5E1-4CF8-82E6-6D38C474E5DE}" dt="2021-05-07T10:22:05.870" v="6" actId="2890"/>
        <pc:sldMkLst>
          <pc:docMk/>
          <pc:sldMk cId="2824831947" sldId="257"/>
        </pc:sldMkLst>
      </pc:sldChg>
      <pc:sldChg chg="add">
        <pc:chgData name="Bertrand PELLETIER" userId="94262569-a039-4c52-809e-e5d17b830035" providerId="ADAL" clId="{D7FA07B0-F5E1-4CF8-82E6-6D38C474E5DE}" dt="2021-05-07T10:22:11.686" v="7" actId="2890"/>
        <pc:sldMkLst>
          <pc:docMk/>
          <pc:sldMk cId="4291792080" sldId="258"/>
        </pc:sldMkLst>
      </pc:sldChg>
      <pc:sldChg chg="add replId">
        <pc:chgData name="Bertrand PELLETIER" userId="94262569-a039-4c52-809e-e5d17b830035" providerId="ADAL" clId="{D7FA07B0-F5E1-4CF8-82E6-6D38C474E5DE}" dt="2021-05-07T10:22:11.686" v="7" actId="2890"/>
        <pc:sldMkLst>
          <pc:docMk/>
          <pc:sldMk cId="2022579068" sldId="259"/>
        </pc:sldMkLst>
      </pc:sldChg>
      <pc:sldChg chg="add">
        <pc:chgData name="Bertrand PELLETIER" userId="94262569-a039-4c52-809e-e5d17b830035" providerId="ADAL" clId="{D7FA07B0-F5E1-4CF8-82E6-6D38C474E5DE}" dt="2021-05-07T10:22:16.819" v="8" actId="2890"/>
        <pc:sldMkLst>
          <pc:docMk/>
          <pc:sldMk cId="3102477727" sldId="260"/>
        </pc:sldMkLst>
      </pc:sldChg>
      <pc:sldChg chg="add replId">
        <pc:chgData name="Bertrand PELLETIER" userId="94262569-a039-4c52-809e-e5d17b830035" providerId="ADAL" clId="{D7FA07B0-F5E1-4CF8-82E6-6D38C474E5DE}" dt="2021-05-07T10:22:16.819" v="8" actId="2890"/>
        <pc:sldMkLst>
          <pc:docMk/>
          <pc:sldMk cId="4202127980" sldId="261"/>
        </pc:sldMkLst>
      </pc:sldChg>
      <pc:sldChg chg="add replId">
        <pc:chgData name="Bertrand PELLETIER" userId="94262569-a039-4c52-809e-e5d17b830035" providerId="ADAL" clId="{D7FA07B0-F5E1-4CF8-82E6-6D38C474E5DE}" dt="2021-05-07T10:22:16.819" v="8" actId="2890"/>
        <pc:sldMkLst>
          <pc:docMk/>
          <pc:sldMk cId="4163875933" sldId="262"/>
        </pc:sldMkLst>
      </pc:sldChg>
      <pc:sldChg chg="add replId">
        <pc:chgData name="Bertrand PELLETIER" userId="94262569-a039-4c52-809e-e5d17b830035" providerId="ADAL" clId="{D7FA07B0-F5E1-4CF8-82E6-6D38C474E5DE}" dt="2021-05-07T10:22:16.819" v="8" actId="2890"/>
        <pc:sldMkLst>
          <pc:docMk/>
          <pc:sldMk cId="167403748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26B8B-0F41-4374-A09A-470851930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D6EFE6-2AA9-46D5-AB86-683B725E0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CA4E91-BA92-4AC5-B2CA-AE0AEDF1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B92207-E22B-4DEB-987D-FB51EBBF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594DE7-2BDE-4AD7-87DB-458C668B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5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91210-C9E1-4312-9F36-5718DF38D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ACA4A-9608-4A2B-BF78-B6EEB4E69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16EDB2-666F-4825-A4D3-6C294D0E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DD5550-6660-4355-95BC-94452D95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6AE3D6-2748-4C6B-984D-06871863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47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CAF68-E2C7-44DE-A3A1-8F021A75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9A7123-0F37-4597-9982-FAF39DE6C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B42734-5F19-4A5A-9885-5597FCB8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E699D1-8F7A-4A55-BFE4-F972ECCF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D578D3-8498-4DDD-A54D-3E1C5671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62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ADE091-9945-4F12-87C6-46173CF9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2331BA-3F06-410A-8F4C-231C31D06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9A520-ED7D-4DDA-ABF2-7AEE65581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630058-9DDA-4910-857A-A19E38C7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7C8026-F4A6-4690-AABF-68166CCF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8E0B5F-1502-4237-AD14-6AABBA4C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55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C48F99-75E3-4819-B106-FF4D14F6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33677D-9C95-447A-912D-1BEACC85C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3F547D-CF0F-4664-88EA-FFD8F25D0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4C7D5A-1909-4884-B439-E58964837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F84B69-95ED-45BE-8220-9E48455E1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1C2BB1-F64A-4B0E-AF5D-8F347381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0D46CB1-37E6-49E0-8036-8F3CB37B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B75892-0130-4E6C-9ABA-AEBFD951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06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8291D-9988-4254-B604-378D0DA8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A5ACF62-5C68-4759-B4BE-B5AACEE8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A3D1D0-167E-424F-91F2-84F309A7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0873EB-6294-41FF-B11A-1259B8E4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97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2F1B62E-D5A2-45E2-895F-956532B3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493A62-14C2-47D7-9928-DF39C3E4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4E23BB-27B7-4B38-B20C-6ECB38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427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F16AC1-6713-4C03-B9EA-1338563B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15FC36-F4CC-4196-BFB0-DF9328862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743BFD-8DAA-406E-BE64-B3D2F9774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BB7F92-3950-4BE2-A800-D0F46D45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088326-CEF8-4517-8795-4223AE04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92E798-FDCD-4835-985D-E1D06689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53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A7A206-9680-4597-82B1-AFD3551C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88127B-1483-4B79-B612-0850E5846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2CC240-F1E3-4900-A929-0F506BA24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148EEF-4681-4C5C-A979-E3B5BD93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70FBE3-5070-490F-95C1-B97E7A2A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B19419-3CD4-4E59-A275-4ABB27EE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48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70539C-A970-4710-942F-9F4CA1E2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224419-93C1-461D-BCDB-C03B89E33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193B8C-CDE7-46DE-8DCF-F824085B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4EE3FB-89E5-4DBD-BE4E-8CCA9875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1E1743-3BDF-450C-BCA9-A2559086D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24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B19CCF7-C008-419D-A093-2E67B2D1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F0133F-61D0-45F7-9A4D-23F4235C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D4A4E-8177-43B4-B1A6-DD620F79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9BB611-27D6-4BDE-B57F-12DE3AA5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89CF1A-A7EF-42B5-A937-48A3E077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55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E258040-C7D5-4952-9701-CC5B4DF21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AD93A8-144C-46C7-A820-AEBD96721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86D3B2-4CC0-4023-880A-68D13BEDD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FD08B-AFA9-4E96-BBC8-17B7A56207C3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CE2219-0EB8-408F-B60F-F65918629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DD90DF-6957-4938-9130-EFF211FB5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6DFEE-4A4D-4AE0-B0F0-9794DFA6A7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93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9E66436-84F5-8D36-077B-1B1C3DBE9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3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0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4EDD907-BE79-F41F-AABC-24B92A4C7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849960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3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E0DBDCA-E17F-9BB0-A96F-18EB25B36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87907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9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91EB1C2-422D-216F-0B65-0C1A667B4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35750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7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C491CD6-0A13-19CD-F081-38ABE856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16274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7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8757A13-2DC0-F663-357F-FB249065C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78380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27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3560F3B-481E-534E-B09B-622D7B119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45012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7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4F677F4-A3FA-6975-EDED-BD74216CF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8638636" cy="440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3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01A904A-63D9-B845-5AEC-0E852377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59592" cy="11241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F92BF2E-451F-D318-F498-AF832A8E3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4446"/>
            <a:ext cx="926911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0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5219BB8-9CF9-89C0-5D90-7598CEC28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92961" cy="201005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61A0CA4-B90A-86DE-8559-F699B916D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11907912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22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9E20BE1-D7CC-F512-899D-40CA4887F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584017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4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1C1786E-3967-7D6B-BEB0-26A265EF8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98385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8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881305D-B87C-4D4A-4CFB-0A98F0DA5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98385" cy="15527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F11DF6-C67F-6C90-7E1F-DB5A2A1C8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09682"/>
            <a:ext cx="11784070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55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DA54A2B-A2A5-5DB8-1ECB-9ED04C395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784070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1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0CDF589-B03A-2EA8-F0CF-55172F75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0312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4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65AA2CD-7F9E-2364-379B-51B9B01F0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3167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FBAC4D2-5CB4-861D-930F-AB993BA0A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7483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90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0EBCF5E-1A02-C8E4-13DD-976FA0D32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95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66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773E4AE-28D1-329A-DBFC-A95F4358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744" cy="163852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05651AE-40AE-C206-3B95-AF2BE9A99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2972"/>
            <a:ext cx="6830378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1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459F674-B2B5-FB40-5DA7-3132232F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2694" cy="189574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2044947-4D8E-B487-99E9-26B75DEC3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0762"/>
            <a:ext cx="6601746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54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35F26CB-D9FC-71BA-E3AA-38FA48F2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06483" cy="192431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90CD899-0CC7-0F27-330E-E1121A992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4446"/>
            <a:ext cx="677322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31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B6E2313-F007-24A0-01E5-8C5F0773E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2694" cy="170521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AB87D5-15DB-C009-925D-2F74E7AD7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43157"/>
            <a:ext cx="6563641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48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0E9E381-CFED-FA1C-0AFE-7D52BDD16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6486434" cy="308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75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7C56AF0-F728-9A8F-66CF-9838DE60E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588452" cy="391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6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6D07EE9-F1E3-26B3-95B0-E895264B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8130866" cy="479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30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A1D8619-3830-D053-8178-64ED575FA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49325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9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750A36C-9F2A-3408-F53A-A84173536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430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286B189-B414-40B9-953A-1DF42D996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26"/>
            <a:ext cx="6030167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5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9562A7F-5EA5-0A08-0C11-7A826522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20640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F4E42DA-5001-A4D9-2C93-80CD0EEF0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26" y="0"/>
            <a:ext cx="5635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0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687D749-A2D9-0191-C331-37028A721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94" y="0"/>
            <a:ext cx="9484618" cy="430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4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C6DBEB-5BDB-4CF1-8EC5-80B7FC4A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6DDD410-716D-0A1F-16BE-438BB2703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60" y="0"/>
            <a:ext cx="7819069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5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9FB2-A231-B7B4-4F30-F5637C3EA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4BAF88D-3A57-8D80-509D-F5B482CEF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C40F6BD-D16D-A9B0-42B8-C4D413AC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29" y="-1"/>
            <a:ext cx="9548806" cy="486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9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1CBDD-4352-427A-6755-BFCE3013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107742-AE23-8667-2DD4-89F443F3C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5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2452-3639-8D20-5B62-0847F5C6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572DEB4-3B58-77C7-8CEF-814D5084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75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0</Words>
  <Application>Microsoft Office PowerPoint</Application>
  <PresentationFormat>Grand écran</PresentationFormat>
  <Paragraphs>0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PELLETIER</dc:creator>
  <cp:lastModifiedBy>Bertrand PELLETIER</cp:lastModifiedBy>
  <cp:revision>6</cp:revision>
  <dcterms:created xsi:type="dcterms:W3CDTF">2021-05-07T10:20:27Z</dcterms:created>
  <dcterms:modified xsi:type="dcterms:W3CDTF">2025-05-13T13:41:20Z</dcterms:modified>
</cp:coreProperties>
</file>