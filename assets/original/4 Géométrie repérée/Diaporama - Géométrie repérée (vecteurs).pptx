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8" r:id="rId3"/>
    <p:sldId id="256" r:id="rId4"/>
    <p:sldId id="258" r:id="rId5"/>
    <p:sldId id="259" r:id="rId6"/>
    <p:sldId id="262" r:id="rId7"/>
    <p:sldId id="261" r:id="rId8"/>
    <p:sldId id="264" r:id="rId9"/>
    <p:sldId id="269" r:id="rId10"/>
    <p:sldId id="270" r:id="rId11"/>
    <p:sldId id="272" r:id="rId12"/>
    <p:sldId id="273" r:id="rId13"/>
    <p:sldId id="271" r:id="rId14"/>
    <p:sldId id="275" r:id="rId15"/>
    <p:sldId id="274" r:id="rId16"/>
    <p:sldId id="263" r:id="rId17"/>
    <p:sldId id="265" r:id="rId18"/>
    <p:sldId id="268" r:id="rId19"/>
    <p:sldId id="267" r:id="rId20"/>
    <p:sldId id="266" r:id="rId21"/>
    <p:sldId id="277" r:id="rId22"/>
    <p:sldId id="276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A86A6-4A3D-4BC3-8D7C-30E7B9C4313B}" v="47" dt="2020-11-22T16:29:26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rand PELLETIER" userId="94262569-a039-4c52-809e-e5d17b830035" providerId="ADAL" clId="{D7CD0E01-C3C0-4B7B-BC0E-2D45102C1D3D}"/>
    <pc:docChg chg="custSel modSld">
      <pc:chgData name="Bertrand PELLETIER" userId="94262569-a039-4c52-809e-e5d17b830035" providerId="ADAL" clId="{D7CD0E01-C3C0-4B7B-BC0E-2D45102C1D3D}" dt="2020-11-05T11:10:11.337" v="73" actId="478"/>
      <pc:docMkLst>
        <pc:docMk/>
      </pc:docMkLst>
      <pc:sldChg chg="addSp delSp modSp mod">
        <pc:chgData name="Bertrand PELLETIER" userId="94262569-a039-4c52-809e-e5d17b830035" providerId="ADAL" clId="{D7CD0E01-C3C0-4B7B-BC0E-2D45102C1D3D}" dt="2020-11-05T11:10:11.337" v="73" actId="478"/>
        <pc:sldMkLst>
          <pc:docMk/>
          <pc:sldMk cId="3870794378" sldId="256"/>
        </pc:sldMkLst>
        <pc:spChg chg="add del mod">
          <ac:chgData name="Bertrand PELLETIER" userId="94262569-a039-4c52-809e-e5d17b830035" providerId="ADAL" clId="{D7CD0E01-C3C0-4B7B-BC0E-2D45102C1D3D}" dt="2020-11-05T11:10:11.337" v="73" actId="478"/>
          <ac:spMkLst>
            <pc:docMk/>
            <pc:sldMk cId="3870794378" sldId="256"/>
            <ac:spMk id="6" creationId="{AAEB34A0-5599-4E4E-91B3-10044E487D67}"/>
          </ac:spMkLst>
        </pc:spChg>
        <pc:picChg chg="mod">
          <ac:chgData name="Bertrand PELLETIER" userId="94262569-a039-4c52-809e-e5d17b830035" providerId="ADAL" clId="{D7CD0E01-C3C0-4B7B-BC0E-2D45102C1D3D}" dt="2020-11-05T11:09:10.536" v="71" actId="29295"/>
          <ac:picMkLst>
            <pc:docMk/>
            <pc:sldMk cId="3870794378" sldId="256"/>
            <ac:picMk id="5" creationId="{571E386B-E53F-4119-A7A8-4C5361CA6ACC}"/>
          </ac:picMkLst>
        </pc:picChg>
      </pc:sldChg>
    </pc:docChg>
  </pc:docChgLst>
  <pc:docChgLst>
    <pc:chgData name="Bertrand PELLETIER" userId="94262569-a039-4c52-809e-e5d17b830035" providerId="ADAL" clId="{E38A86A6-4A3D-4BC3-8D7C-30E7B9C4313B}"/>
    <pc:docChg chg="undo custSel addSld delSld modSld">
      <pc:chgData name="Bertrand PELLETIER" userId="94262569-a039-4c52-809e-e5d17b830035" providerId="ADAL" clId="{E38A86A6-4A3D-4BC3-8D7C-30E7B9C4313B}" dt="2020-11-22T16:31:06.154" v="348" actId="1076"/>
      <pc:docMkLst>
        <pc:docMk/>
      </pc:docMkLst>
      <pc:sldChg chg="addSp delSp modSp mod">
        <pc:chgData name="Bertrand PELLETIER" userId="94262569-a039-4c52-809e-e5d17b830035" providerId="ADAL" clId="{E38A86A6-4A3D-4BC3-8D7C-30E7B9C4313B}" dt="2020-11-22T16:11:31.846" v="36" actId="14100"/>
        <pc:sldMkLst>
          <pc:docMk/>
          <pc:sldMk cId="3870794378" sldId="256"/>
        </pc:sldMkLst>
        <pc:picChg chg="del">
          <ac:chgData name="Bertrand PELLETIER" userId="94262569-a039-4c52-809e-e5d17b830035" providerId="ADAL" clId="{E38A86A6-4A3D-4BC3-8D7C-30E7B9C4313B}" dt="2020-11-22T16:08:40.435" v="0" actId="478"/>
          <ac:picMkLst>
            <pc:docMk/>
            <pc:sldMk cId="3870794378" sldId="256"/>
            <ac:picMk id="3" creationId="{95328576-27F1-4291-9165-F71285205F90}"/>
          </ac:picMkLst>
        </pc:picChg>
        <pc:picChg chg="add mod">
          <ac:chgData name="Bertrand PELLETIER" userId="94262569-a039-4c52-809e-e5d17b830035" providerId="ADAL" clId="{E38A86A6-4A3D-4BC3-8D7C-30E7B9C4313B}" dt="2020-11-22T16:11:31.846" v="36" actId="14100"/>
          <ac:picMkLst>
            <pc:docMk/>
            <pc:sldMk cId="3870794378" sldId="256"/>
            <ac:picMk id="4" creationId="{5F8848AC-C927-4E2D-86A8-9E01A8AF369C}"/>
          </ac:picMkLst>
        </pc:picChg>
      </pc:sldChg>
      <pc:sldChg chg="addSp modSp mod">
        <pc:chgData name="Bertrand PELLETIER" userId="94262569-a039-4c52-809e-e5d17b830035" providerId="ADAL" clId="{E38A86A6-4A3D-4BC3-8D7C-30E7B9C4313B}" dt="2020-11-22T16:31:06.154" v="348" actId="1076"/>
        <pc:sldMkLst>
          <pc:docMk/>
          <pc:sldMk cId="214488464" sldId="257"/>
        </pc:sldMkLst>
        <pc:spChg chg="add mod">
          <ac:chgData name="Bertrand PELLETIER" userId="94262569-a039-4c52-809e-e5d17b830035" providerId="ADAL" clId="{E38A86A6-4A3D-4BC3-8D7C-30E7B9C4313B}" dt="2020-11-22T16:09:37.388" v="31" actId="1076"/>
          <ac:spMkLst>
            <pc:docMk/>
            <pc:sldMk cId="214488464" sldId="257"/>
            <ac:spMk id="2" creationId="{C0A3F753-158D-4AAA-8CF8-204E9C07D68B}"/>
          </ac:spMkLst>
        </pc:spChg>
        <pc:spChg chg="add mod">
          <ac:chgData name="Bertrand PELLETIER" userId="94262569-a039-4c52-809e-e5d17b830035" providerId="ADAL" clId="{E38A86A6-4A3D-4BC3-8D7C-30E7B9C4313B}" dt="2020-11-22T16:31:06.154" v="348" actId="1076"/>
          <ac:spMkLst>
            <pc:docMk/>
            <pc:sldMk cId="214488464" sldId="257"/>
            <ac:spMk id="3" creationId="{3BD5240A-2D86-4F90-A82C-FB688E48F631}"/>
          </ac:spMkLst>
        </pc:spChg>
        <pc:spChg chg="add mod">
          <ac:chgData name="Bertrand PELLETIER" userId="94262569-a039-4c52-809e-e5d17b830035" providerId="ADAL" clId="{E38A86A6-4A3D-4BC3-8D7C-30E7B9C4313B}" dt="2020-11-22T16:29:37.624" v="210" actId="20577"/>
          <ac:spMkLst>
            <pc:docMk/>
            <pc:sldMk cId="214488464" sldId="257"/>
            <ac:spMk id="4" creationId="{6B27787B-37F1-4F56-8561-B46198DE9355}"/>
          </ac:spMkLst>
        </pc:spChg>
      </pc:sldChg>
      <pc:sldChg chg="addSp delSp modSp mod">
        <pc:chgData name="Bertrand PELLETIER" userId="94262569-a039-4c52-809e-e5d17b830035" providerId="ADAL" clId="{E38A86A6-4A3D-4BC3-8D7C-30E7B9C4313B}" dt="2020-11-22T16:11:59.404" v="40" actId="1076"/>
        <pc:sldMkLst>
          <pc:docMk/>
          <pc:sldMk cId="3855132554" sldId="258"/>
        </pc:sldMkLst>
        <pc:picChg chg="del">
          <ac:chgData name="Bertrand PELLETIER" userId="94262569-a039-4c52-809e-e5d17b830035" providerId="ADAL" clId="{E38A86A6-4A3D-4BC3-8D7C-30E7B9C4313B}" dt="2020-11-22T16:08:42.323" v="1" actId="478"/>
          <ac:picMkLst>
            <pc:docMk/>
            <pc:sldMk cId="3855132554" sldId="258"/>
            <ac:picMk id="3" creationId="{ABCDDE10-B5BC-4EB9-BA9E-566208E9CEF2}"/>
          </ac:picMkLst>
        </pc:picChg>
        <pc:picChg chg="add mod">
          <ac:chgData name="Bertrand PELLETIER" userId="94262569-a039-4c52-809e-e5d17b830035" providerId="ADAL" clId="{E38A86A6-4A3D-4BC3-8D7C-30E7B9C4313B}" dt="2020-11-22T16:11:59.404" v="40" actId="1076"/>
          <ac:picMkLst>
            <pc:docMk/>
            <pc:sldMk cId="3855132554" sldId="258"/>
            <ac:picMk id="4" creationId="{1A32BFED-5438-4BB8-932C-7A30B366E6F8}"/>
          </ac:picMkLst>
        </pc:picChg>
      </pc:sldChg>
      <pc:sldChg chg="addSp delSp modSp mod">
        <pc:chgData name="Bertrand PELLETIER" userId="94262569-a039-4c52-809e-e5d17b830035" providerId="ADAL" clId="{E38A86A6-4A3D-4BC3-8D7C-30E7B9C4313B}" dt="2020-11-22T16:12:19.749" v="45" actId="962"/>
        <pc:sldMkLst>
          <pc:docMk/>
          <pc:sldMk cId="2570430553" sldId="259"/>
        </pc:sldMkLst>
        <pc:picChg chg="del">
          <ac:chgData name="Bertrand PELLETIER" userId="94262569-a039-4c52-809e-e5d17b830035" providerId="ADAL" clId="{E38A86A6-4A3D-4BC3-8D7C-30E7B9C4313B}" dt="2020-11-22T16:08:44.062" v="2" actId="478"/>
          <ac:picMkLst>
            <pc:docMk/>
            <pc:sldMk cId="2570430553" sldId="259"/>
            <ac:picMk id="3" creationId="{25809A36-3E80-4B55-B79E-94B40D9A6CB2}"/>
          </ac:picMkLst>
        </pc:picChg>
        <pc:picChg chg="add mod">
          <ac:chgData name="Bertrand PELLETIER" userId="94262569-a039-4c52-809e-e5d17b830035" providerId="ADAL" clId="{E38A86A6-4A3D-4BC3-8D7C-30E7B9C4313B}" dt="2020-11-22T16:12:19.749" v="45" actId="962"/>
          <ac:picMkLst>
            <pc:docMk/>
            <pc:sldMk cId="2570430553" sldId="259"/>
            <ac:picMk id="4" creationId="{73625028-AC00-4911-B8D1-871D11085490}"/>
          </ac:picMkLst>
        </pc:picChg>
      </pc:sldChg>
      <pc:sldChg chg="del">
        <pc:chgData name="Bertrand PELLETIER" userId="94262569-a039-4c52-809e-e5d17b830035" providerId="ADAL" clId="{E38A86A6-4A3D-4BC3-8D7C-30E7B9C4313B}" dt="2020-11-22T16:08:45.398" v="3" actId="47"/>
        <pc:sldMkLst>
          <pc:docMk/>
          <pc:sldMk cId="1780215568" sldId="260"/>
        </pc:sldMkLst>
      </pc:sldChg>
      <pc:sldChg chg="addSp delSp modSp mod">
        <pc:chgData name="Bertrand PELLETIER" userId="94262569-a039-4c52-809e-e5d17b830035" providerId="ADAL" clId="{E38A86A6-4A3D-4BC3-8D7C-30E7B9C4313B}" dt="2020-11-22T16:13:49.933" v="56" actId="21"/>
        <pc:sldMkLst>
          <pc:docMk/>
          <pc:sldMk cId="3075311553" sldId="261"/>
        </pc:sldMkLst>
        <pc:picChg chg="add mod">
          <ac:chgData name="Bertrand PELLETIER" userId="94262569-a039-4c52-809e-e5d17b830035" providerId="ADAL" clId="{E38A86A6-4A3D-4BC3-8D7C-30E7B9C4313B}" dt="2020-11-22T16:13:13.521" v="53" actId="1076"/>
          <ac:picMkLst>
            <pc:docMk/>
            <pc:sldMk cId="3075311553" sldId="261"/>
            <ac:picMk id="3" creationId="{4249CD86-E80D-4149-AB2F-E057EB9C4CCD}"/>
          </ac:picMkLst>
        </pc:picChg>
        <pc:picChg chg="add del mod">
          <ac:chgData name="Bertrand PELLETIER" userId="94262569-a039-4c52-809e-e5d17b830035" providerId="ADAL" clId="{E38A86A6-4A3D-4BC3-8D7C-30E7B9C4313B}" dt="2020-11-22T16:13:49.933" v="56" actId="21"/>
          <ac:picMkLst>
            <pc:docMk/>
            <pc:sldMk cId="3075311553" sldId="261"/>
            <ac:picMk id="6" creationId="{1A878A7D-2760-4542-879C-2F97F2434E6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2:49.282" v="49" actId="962"/>
        <pc:sldMkLst>
          <pc:docMk/>
          <pc:sldMk cId="1006770347" sldId="262"/>
        </pc:sldMkLst>
        <pc:picChg chg="add mod">
          <ac:chgData name="Bertrand PELLETIER" userId="94262569-a039-4c52-809e-e5d17b830035" providerId="ADAL" clId="{E38A86A6-4A3D-4BC3-8D7C-30E7B9C4313B}" dt="2020-11-22T16:12:49.282" v="49" actId="962"/>
          <ac:picMkLst>
            <pc:docMk/>
            <pc:sldMk cId="1006770347" sldId="262"/>
            <ac:picMk id="3" creationId="{3467E873-E560-4BB7-B45D-D00DE665CFC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5:22.715" v="69" actId="1076"/>
        <pc:sldMkLst>
          <pc:docMk/>
          <pc:sldMk cId="1975289510" sldId="263"/>
        </pc:sldMkLst>
        <pc:picChg chg="add mod">
          <ac:chgData name="Bertrand PELLETIER" userId="94262569-a039-4c52-809e-e5d17b830035" providerId="ADAL" clId="{E38A86A6-4A3D-4BC3-8D7C-30E7B9C4313B}" dt="2020-11-22T16:15:22.715" v="69" actId="1076"/>
          <ac:picMkLst>
            <pc:docMk/>
            <pc:sldMk cId="1975289510" sldId="263"/>
            <ac:picMk id="3" creationId="{D616A5E5-E24D-4686-A89B-8BA37F9A39B1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4:19.101" v="63" actId="962"/>
        <pc:sldMkLst>
          <pc:docMk/>
          <pc:sldMk cId="1425083232" sldId="264"/>
        </pc:sldMkLst>
        <pc:picChg chg="add mod">
          <ac:chgData name="Bertrand PELLETIER" userId="94262569-a039-4c52-809e-e5d17b830035" providerId="ADAL" clId="{E38A86A6-4A3D-4BC3-8D7C-30E7B9C4313B}" dt="2020-11-22T16:13:57.254" v="59" actId="14100"/>
          <ac:picMkLst>
            <pc:docMk/>
            <pc:sldMk cId="1425083232" sldId="264"/>
            <ac:picMk id="3" creationId="{186C7301-77CD-4B3C-AE70-0A7EC7C1D093}"/>
          </ac:picMkLst>
        </pc:picChg>
        <pc:picChg chg="add mod">
          <ac:chgData name="Bertrand PELLETIER" userId="94262569-a039-4c52-809e-e5d17b830035" providerId="ADAL" clId="{E38A86A6-4A3D-4BC3-8D7C-30E7B9C4313B}" dt="2020-11-22T16:14:19.101" v="63" actId="962"/>
          <ac:picMkLst>
            <pc:docMk/>
            <pc:sldMk cId="1425083232" sldId="264"/>
            <ac:picMk id="4" creationId="{C1D4E0C6-69D0-4509-9A36-3AC94F605FFC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3:34.582" v="123" actId="14100"/>
        <pc:sldMkLst>
          <pc:docMk/>
          <pc:sldMk cId="370767826" sldId="265"/>
        </pc:sldMkLst>
        <pc:picChg chg="add mod">
          <ac:chgData name="Bertrand PELLETIER" userId="94262569-a039-4c52-809e-e5d17b830035" providerId="ADAL" clId="{E38A86A6-4A3D-4BC3-8D7C-30E7B9C4313B}" dt="2020-11-22T16:23:34.582" v="123" actId="14100"/>
          <ac:picMkLst>
            <pc:docMk/>
            <pc:sldMk cId="370767826" sldId="265"/>
            <ac:picMk id="3" creationId="{B3E0ACFA-126E-4E06-8EEC-9E3E1281D2B3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27:14.821" v="149"/>
        <pc:sldMkLst>
          <pc:docMk/>
          <pc:sldMk cId="794254817" sldId="266"/>
        </pc:sldMkLst>
        <pc:grpChg chg="del mod">
          <ac:chgData name="Bertrand PELLETIER" userId="94262569-a039-4c52-809e-e5d17b830035" providerId="ADAL" clId="{E38A86A6-4A3D-4BC3-8D7C-30E7B9C4313B}" dt="2020-11-22T16:27:12.828" v="145"/>
          <ac:grpSpMkLst>
            <pc:docMk/>
            <pc:sldMk cId="794254817" sldId="266"/>
            <ac:grpSpMk id="11" creationId="{59C9175B-90A2-4CFE-A128-BEC5C885BAB3}"/>
          </ac:grpSpMkLst>
        </pc:grpChg>
        <pc:grpChg chg="del mod">
          <ac:chgData name="Bertrand PELLETIER" userId="94262569-a039-4c52-809e-e5d17b830035" providerId="ADAL" clId="{E38A86A6-4A3D-4BC3-8D7C-30E7B9C4313B}" dt="2020-11-22T16:27:14.821" v="149"/>
          <ac:grpSpMkLst>
            <pc:docMk/>
            <pc:sldMk cId="794254817" sldId="266"/>
            <ac:grpSpMk id="14" creationId="{397DB326-E9B9-4055-876E-3DE14FEE7B82}"/>
          </ac:grpSpMkLst>
        </pc:grpChg>
        <pc:grpChg chg="mod">
          <ac:chgData name="Bertrand PELLETIER" userId="94262569-a039-4c52-809e-e5d17b830035" providerId="ADAL" clId="{E38A86A6-4A3D-4BC3-8D7C-30E7B9C4313B}" dt="2020-11-22T16:27:14.821" v="149"/>
          <ac:grpSpMkLst>
            <pc:docMk/>
            <pc:sldMk cId="794254817" sldId="266"/>
            <ac:grpSpMk id="18" creationId="{7E20D3B2-103F-4BFF-B1E5-DBC2B2D550F0}"/>
          </ac:grpSpMkLst>
        </pc:grpChg>
        <pc:picChg chg="add mod">
          <ac:chgData name="Bertrand PELLETIER" userId="94262569-a039-4c52-809e-e5d17b830035" providerId="ADAL" clId="{E38A86A6-4A3D-4BC3-8D7C-30E7B9C4313B}" dt="2020-11-22T16:25:38.851" v="135" actId="1076"/>
          <ac:picMkLst>
            <pc:docMk/>
            <pc:sldMk cId="794254817" sldId="266"/>
            <ac:picMk id="3" creationId="{0352ADDE-14ED-421A-B322-305154E2B051}"/>
          </ac:picMkLst>
        </pc:picChg>
        <pc:inkChg chg="add">
          <ac:chgData name="Bertrand PELLETIER" userId="94262569-a039-4c52-809e-e5d17b830035" providerId="ADAL" clId="{E38A86A6-4A3D-4BC3-8D7C-30E7B9C4313B}" dt="2020-11-22T16:26:24.296" v="136" actId="9405"/>
          <ac:inkMkLst>
            <pc:docMk/>
            <pc:sldMk cId="794254817" sldId="266"/>
            <ac:inkMk id="4" creationId="{EE67A18B-A157-4674-AE95-C334FFDD142A}"/>
          </ac:inkMkLst>
        </pc:inkChg>
        <pc:inkChg chg="add">
          <ac:chgData name="Bertrand PELLETIER" userId="94262569-a039-4c52-809e-e5d17b830035" providerId="ADAL" clId="{E38A86A6-4A3D-4BC3-8D7C-30E7B9C4313B}" dt="2020-11-22T16:27:02.973" v="137" actId="9405"/>
          <ac:inkMkLst>
            <pc:docMk/>
            <pc:sldMk cId="794254817" sldId="266"/>
            <ac:inkMk id="6" creationId="{ED42C0D7-84CE-41C9-98B2-B37A3080B37A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7" creationId="{A3B3AE21-9CDF-4162-BEC1-ABFD09CA7973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8" creationId="{C4D0EBD1-BA88-4276-B14E-06ABF5A389F7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9" creationId="{04415646-2B14-4BCD-ADAF-9A251390183C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0" creationId="{DE2C3205-DE63-4E86-AF73-704573664236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2" creationId="{0F993051-7B1D-49B9-9048-07B5C94CC7A8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3" creationId="{5CC11097-7E32-4410-93A2-52680624BE6F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5" creationId="{403B5D63-A771-47ED-BEDF-EFD1B664DBBD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6" creationId="{FCF5AB2A-D897-4133-B22D-5B7CE842CEF1}"/>
          </ac:inkMkLst>
        </pc:inkChg>
        <pc:inkChg chg="add mod">
          <ac:chgData name="Bertrand PELLETIER" userId="94262569-a039-4c52-809e-e5d17b830035" providerId="ADAL" clId="{E38A86A6-4A3D-4BC3-8D7C-30E7B9C4313B}" dt="2020-11-22T16:27:14.821" v="149"/>
          <ac:inkMkLst>
            <pc:docMk/>
            <pc:sldMk cId="794254817" sldId="266"/>
            <ac:inkMk id="17" creationId="{735360AF-FF99-4DD5-BCC0-CAD5EDD79E02}"/>
          </ac:inkMkLst>
        </pc:inkChg>
      </pc:sldChg>
      <pc:sldChg chg="addSp modSp add mod">
        <pc:chgData name="Bertrand PELLETIER" userId="94262569-a039-4c52-809e-e5d17b830035" providerId="ADAL" clId="{E38A86A6-4A3D-4BC3-8D7C-30E7B9C4313B}" dt="2020-11-22T16:24:47.914" v="131" actId="14100"/>
        <pc:sldMkLst>
          <pc:docMk/>
          <pc:sldMk cId="2297683623" sldId="267"/>
        </pc:sldMkLst>
        <pc:picChg chg="add mod">
          <ac:chgData name="Bertrand PELLETIER" userId="94262569-a039-4c52-809e-e5d17b830035" providerId="ADAL" clId="{E38A86A6-4A3D-4BC3-8D7C-30E7B9C4313B}" dt="2020-11-22T16:24:47.914" v="131" actId="14100"/>
          <ac:picMkLst>
            <pc:docMk/>
            <pc:sldMk cId="2297683623" sldId="267"/>
            <ac:picMk id="3" creationId="{4851DF38-7AD1-412A-8E2C-F4D9C1016703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3:59.575" v="126" actId="27614"/>
        <pc:sldMkLst>
          <pc:docMk/>
          <pc:sldMk cId="289826036" sldId="268"/>
        </pc:sldMkLst>
        <pc:picChg chg="add mod">
          <ac:chgData name="Bertrand PELLETIER" userId="94262569-a039-4c52-809e-e5d17b830035" providerId="ADAL" clId="{E38A86A6-4A3D-4BC3-8D7C-30E7B9C4313B}" dt="2020-11-22T16:23:59.575" v="126" actId="27614"/>
          <ac:picMkLst>
            <pc:docMk/>
            <pc:sldMk cId="289826036" sldId="268"/>
            <ac:picMk id="3" creationId="{035601E3-8D82-415E-BF6B-8B78E8FD34BF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17:41.596" v="80" actId="962"/>
        <pc:sldMkLst>
          <pc:docMk/>
          <pc:sldMk cId="3438673291" sldId="269"/>
        </pc:sldMkLst>
        <pc:picChg chg="del">
          <ac:chgData name="Bertrand PELLETIER" userId="94262569-a039-4c52-809e-e5d17b830035" providerId="ADAL" clId="{E38A86A6-4A3D-4BC3-8D7C-30E7B9C4313B}" dt="2020-11-22T16:16:53.501" v="75" actId="478"/>
          <ac:picMkLst>
            <pc:docMk/>
            <pc:sldMk cId="3438673291" sldId="269"/>
            <ac:picMk id="3" creationId="{186C7301-77CD-4B3C-AE70-0A7EC7C1D093}"/>
          </ac:picMkLst>
        </pc:picChg>
        <pc:picChg chg="del">
          <ac:chgData name="Bertrand PELLETIER" userId="94262569-a039-4c52-809e-e5d17b830035" providerId="ADAL" clId="{E38A86A6-4A3D-4BC3-8D7C-30E7B9C4313B}" dt="2020-11-22T16:16:51.371" v="74" actId="478"/>
          <ac:picMkLst>
            <pc:docMk/>
            <pc:sldMk cId="3438673291" sldId="269"/>
            <ac:picMk id="4" creationId="{C1D4E0C6-69D0-4509-9A36-3AC94F605FFC}"/>
          </ac:picMkLst>
        </pc:picChg>
        <pc:picChg chg="add mod">
          <ac:chgData name="Bertrand PELLETIER" userId="94262569-a039-4c52-809e-e5d17b830035" providerId="ADAL" clId="{E38A86A6-4A3D-4BC3-8D7C-30E7B9C4313B}" dt="2020-11-22T16:17:41.596" v="80" actId="962"/>
          <ac:picMkLst>
            <pc:docMk/>
            <pc:sldMk cId="3438673291" sldId="269"/>
            <ac:picMk id="6" creationId="{B8371265-B64C-4EA0-8760-02091F99534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8:17.124" v="86" actId="1076"/>
        <pc:sldMkLst>
          <pc:docMk/>
          <pc:sldMk cId="4288834683" sldId="270"/>
        </pc:sldMkLst>
        <pc:picChg chg="add mod">
          <ac:chgData name="Bertrand PELLETIER" userId="94262569-a039-4c52-809e-e5d17b830035" providerId="ADAL" clId="{E38A86A6-4A3D-4BC3-8D7C-30E7B9C4313B}" dt="2020-11-22T16:18:17.124" v="86" actId="1076"/>
          <ac:picMkLst>
            <pc:docMk/>
            <pc:sldMk cId="4288834683" sldId="270"/>
            <ac:picMk id="3" creationId="{3AB3D328-F758-4A28-9508-F8273B9DB312}"/>
          </ac:picMkLst>
        </pc:picChg>
      </pc:sldChg>
      <pc:sldChg chg="addSp modSp add">
        <pc:chgData name="Bertrand PELLETIER" userId="94262569-a039-4c52-809e-e5d17b830035" providerId="ADAL" clId="{E38A86A6-4A3D-4BC3-8D7C-30E7B9C4313B}" dt="2020-11-22T16:20:43.131" v="110"/>
        <pc:sldMkLst>
          <pc:docMk/>
          <pc:sldMk cId="364038953" sldId="271"/>
        </pc:sldMkLst>
        <pc:picChg chg="add mod">
          <ac:chgData name="Bertrand PELLETIER" userId="94262569-a039-4c52-809e-e5d17b830035" providerId="ADAL" clId="{E38A86A6-4A3D-4BC3-8D7C-30E7B9C4313B}" dt="2020-11-22T16:20:43.131" v="110"/>
          <ac:picMkLst>
            <pc:docMk/>
            <pc:sldMk cId="364038953" sldId="271"/>
            <ac:picMk id="3" creationId="{03069D74-57B2-475E-9FB4-E650B6DE4B1D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9:36.346" v="97" actId="14100"/>
        <pc:sldMkLst>
          <pc:docMk/>
          <pc:sldMk cId="860088802" sldId="272"/>
        </pc:sldMkLst>
        <pc:picChg chg="add mod">
          <ac:chgData name="Bertrand PELLETIER" userId="94262569-a039-4c52-809e-e5d17b830035" providerId="ADAL" clId="{E38A86A6-4A3D-4BC3-8D7C-30E7B9C4313B}" dt="2020-11-22T16:18:57.257" v="91" actId="962"/>
          <ac:picMkLst>
            <pc:docMk/>
            <pc:sldMk cId="860088802" sldId="272"/>
            <ac:picMk id="3" creationId="{579DFAE8-04EF-4ACB-942B-A584B2D37ED3}"/>
          </ac:picMkLst>
        </pc:picChg>
        <pc:picChg chg="add mod">
          <ac:chgData name="Bertrand PELLETIER" userId="94262569-a039-4c52-809e-e5d17b830035" providerId="ADAL" clId="{E38A86A6-4A3D-4BC3-8D7C-30E7B9C4313B}" dt="2020-11-22T16:19:36.346" v="97" actId="14100"/>
          <ac:picMkLst>
            <pc:docMk/>
            <pc:sldMk cId="860088802" sldId="272"/>
            <ac:picMk id="6" creationId="{827B073B-F456-4F7D-B187-396A6A79D1C7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19:54.771" v="101" actId="1076"/>
        <pc:sldMkLst>
          <pc:docMk/>
          <pc:sldMk cId="54754789" sldId="273"/>
        </pc:sldMkLst>
        <pc:picChg chg="add mod">
          <ac:chgData name="Bertrand PELLETIER" userId="94262569-a039-4c52-809e-e5d17b830035" providerId="ADAL" clId="{E38A86A6-4A3D-4BC3-8D7C-30E7B9C4313B}" dt="2020-11-22T16:19:54.771" v="101" actId="1076"/>
          <ac:picMkLst>
            <pc:docMk/>
            <pc:sldMk cId="54754789" sldId="273"/>
            <ac:picMk id="3" creationId="{041168E1-0199-42C9-87AB-0836121CBA3E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3:02.679" v="118" actId="27614"/>
        <pc:sldMkLst>
          <pc:docMk/>
          <pc:sldMk cId="986798293" sldId="274"/>
        </pc:sldMkLst>
        <pc:picChg chg="add mod">
          <ac:chgData name="Bertrand PELLETIER" userId="94262569-a039-4c52-809e-e5d17b830035" providerId="ADAL" clId="{E38A86A6-4A3D-4BC3-8D7C-30E7B9C4313B}" dt="2020-11-22T16:23:02.679" v="118" actId="27614"/>
          <ac:picMkLst>
            <pc:docMk/>
            <pc:sldMk cId="986798293" sldId="274"/>
            <ac:picMk id="3" creationId="{23441ACB-9BD2-4673-8DBA-23E92CD867C0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21:08.842" v="115" actId="14100"/>
        <pc:sldMkLst>
          <pc:docMk/>
          <pc:sldMk cId="894101441" sldId="275"/>
        </pc:sldMkLst>
        <pc:picChg chg="add del mod">
          <ac:chgData name="Bertrand PELLETIER" userId="94262569-a039-4c52-809e-e5d17b830035" providerId="ADAL" clId="{E38A86A6-4A3D-4BC3-8D7C-30E7B9C4313B}" dt="2020-11-22T16:20:40.441" v="109" actId="21"/>
          <ac:picMkLst>
            <pc:docMk/>
            <pc:sldMk cId="894101441" sldId="275"/>
            <ac:picMk id="3" creationId="{D19CE0B1-454F-4B4A-93BD-3B1CA7A9A4C8}"/>
          </ac:picMkLst>
        </pc:picChg>
        <pc:picChg chg="add mod">
          <ac:chgData name="Bertrand PELLETIER" userId="94262569-a039-4c52-809e-e5d17b830035" providerId="ADAL" clId="{E38A86A6-4A3D-4BC3-8D7C-30E7B9C4313B}" dt="2020-11-22T16:21:08.842" v="115" actId="14100"/>
          <ac:picMkLst>
            <pc:docMk/>
            <pc:sldMk cId="894101441" sldId="275"/>
            <ac:picMk id="6" creationId="{AE3E467A-A19C-4488-8E8A-43D5C54F6E01}"/>
          </ac:picMkLst>
        </pc:picChg>
      </pc:sldChg>
      <pc:sldChg chg="addSp modSp add mod">
        <pc:chgData name="Bertrand PELLETIER" userId="94262569-a039-4c52-809e-e5d17b830035" providerId="ADAL" clId="{E38A86A6-4A3D-4BC3-8D7C-30E7B9C4313B}" dt="2020-11-22T16:28:50.044" v="161" actId="962"/>
        <pc:sldMkLst>
          <pc:docMk/>
          <pc:sldMk cId="1230709427" sldId="276"/>
        </pc:sldMkLst>
        <pc:picChg chg="add mod">
          <ac:chgData name="Bertrand PELLETIER" userId="94262569-a039-4c52-809e-e5d17b830035" providerId="ADAL" clId="{E38A86A6-4A3D-4BC3-8D7C-30E7B9C4313B}" dt="2020-11-22T16:28:50.044" v="161" actId="962"/>
          <ac:picMkLst>
            <pc:docMk/>
            <pc:sldMk cId="1230709427" sldId="276"/>
            <ac:picMk id="3" creationId="{489A5973-F60E-472B-9185-A6F2B0855A38}"/>
          </ac:picMkLst>
        </pc:picChg>
      </pc:sldChg>
      <pc:sldChg chg="addSp delSp modSp add mod">
        <pc:chgData name="Bertrand PELLETIER" userId="94262569-a039-4c52-809e-e5d17b830035" providerId="ADAL" clId="{E38A86A6-4A3D-4BC3-8D7C-30E7B9C4313B}" dt="2020-11-22T16:28:18.626" v="157" actId="27614"/>
        <pc:sldMkLst>
          <pc:docMk/>
          <pc:sldMk cId="1776255921" sldId="277"/>
        </pc:sldMkLst>
        <pc:picChg chg="add del mod">
          <ac:chgData name="Bertrand PELLETIER" userId="94262569-a039-4c52-809e-e5d17b830035" providerId="ADAL" clId="{E38A86A6-4A3D-4BC3-8D7C-30E7B9C4313B}" dt="2020-11-22T16:28:03.041" v="154" actId="478"/>
          <ac:picMkLst>
            <pc:docMk/>
            <pc:sldMk cId="1776255921" sldId="277"/>
            <ac:picMk id="3" creationId="{A2E53ED0-D010-4B3A-A9E2-5CFB79D75B8F}"/>
          </ac:picMkLst>
        </pc:picChg>
        <pc:picChg chg="add mod">
          <ac:chgData name="Bertrand PELLETIER" userId="94262569-a039-4c52-809e-e5d17b830035" providerId="ADAL" clId="{E38A86A6-4A3D-4BC3-8D7C-30E7B9C4313B}" dt="2020-11-22T16:28:18.626" v="157" actId="27614"/>
          <ac:picMkLst>
            <pc:docMk/>
            <pc:sldMk cId="1776255921" sldId="277"/>
            <ac:picMk id="7" creationId="{1B2EB765-A5BC-4D16-BD67-2979CCC80990}"/>
          </ac:picMkLst>
        </pc:picChg>
        <pc:inkChg chg="add del">
          <ac:chgData name="Bertrand PELLETIER" userId="94262569-a039-4c52-809e-e5d17b830035" providerId="ADAL" clId="{E38A86A6-4A3D-4BC3-8D7C-30E7B9C4313B}" dt="2020-11-22T16:27:38.880" v="152" actId="9405"/>
          <ac:inkMkLst>
            <pc:docMk/>
            <pc:sldMk cId="1776255921" sldId="277"/>
            <ac:inkMk id="4" creationId="{A8CBF854-1ADB-4DDE-B7A7-79D8A579067B}"/>
          </ac:inkMkLst>
        </pc:inkChg>
      </pc:sldChg>
    </pc:docChg>
  </pc:docChgLst>
  <pc:docChgLst>
    <pc:chgData name="Bertrand PELLETIER" userId="94262569-a039-4c52-809e-e5d17b830035" providerId="ADAL" clId="{9B52E327-A72B-4327-9920-422A7634F57C}"/>
    <pc:docChg chg="addSld modSld sldOrd">
      <pc:chgData name="Bertrand PELLETIER" userId="94262569-a039-4c52-809e-e5d17b830035" providerId="ADAL" clId="{9B52E327-A72B-4327-9920-422A7634F57C}" dt="2020-11-05T11:44:05.288" v="27" actId="1076"/>
      <pc:docMkLst>
        <pc:docMk/>
      </pc:docMkLst>
      <pc:sldChg chg="addSp modSp mod">
        <pc:chgData name="Bertrand PELLETIER" userId="94262569-a039-4c52-809e-e5d17b830035" providerId="ADAL" clId="{9B52E327-A72B-4327-9920-422A7634F57C}" dt="2020-11-05T11:43:49.679" v="22" actId="1076"/>
        <pc:sldMkLst>
          <pc:docMk/>
          <pc:sldMk cId="3870794378" sldId="256"/>
        </pc:sldMkLst>
        <pc:picChg chg="add mod">
          <ac:chgData name="Bertrand PELLETIER" userId="94262569-a039-4c52-809e-e5d17b830035" providerId="ADAL" clId="{9B52E327-A72B-4327-9920-422A7634F57C}" dt="2020-11-05T11:43:49.679" v="22" actId="1076"/>
          <ac:picMkLst>
            <pc:docMk/>
            <pc:sldMk cId="3870794378" sldId="256"/>
            <ac:picMk id="3" creationId="{95328576-27F1-4291-9165-F71285205F90}"/>
          </ac:picMkLst>
        </pc:picChg>
      </pc:sldChg>
      <pc:sldChg chg="add ord">
        <pc:chgData name="Bertrand PELLETIER" userId="94262569-a039-4c52-809e-e5d17b830035" providerId="ADAL" clId="{9B52E327-A72B-4327-9920-422A7634F57C}" dt="2020-11-05T11:41:24.217" v="7"/>
        <pc:sldMkLst>
          <pc:docMk/>
          <pc:sldMk cId="214488464" sldId="257"/>
        </pc:sldMkLst>
      </pc:sldChg>
      <pc:sldChg chg="addSp modSp add mod">
        <pc:chgData name="Bertrand PELLETIER" userId="94262569-a039-4c52-809e-e5d17b830035" providerId="ADAL" clId="{9B52E327-A72B-4327-9920-422A7634F57C}" dt="2020-11-05T11:43:57.287" v="25" actId="1076"/>
        <pc:sldMkLst>
          <pc:docMk/>
          <pc:sldMk cId="3855132554" sldId="258"/>
        </pc:sldMkLst>
        <pc:picChg chg="add mod">
          <ac:chgData name="Bertrand PELLETIER" userId="94262569-a039-4c52-809e-e5d17b830035" providerId="ADAL" clId="{9B52E327-A72B-4327-9920-422A7634F57C}" dt="2020-11-05T11:43:57.287" v="25" actId="1076"/>
          <ac:picMkLst>
            <pc:docMk/>
            <pc:sldMk cId="3855132554" sldId="258"/>
            <ac:picMk id="3" creationId="{ABCDDE10-B5BC-4EB9-BA9E-566208E9CEF2}"/>
          </ac:picMkLst>
        </pc:picChg>
      </pc:sldChg>
      <pc:sldChg chg="addSp modSp add mod">
        <pc:chgData name="Bertrand PELLETIER" userId="94262569-a039-4c52-809e-e5d17b830035" providerId="ADAL" clId="{9B52E327-A72B-4327-9920-422A7634F57C}" dt="2020-11-05T11:44:00.142" v="26" actId="1076"/>
        <pc:sldMkLst>
          <pc:docMk/>
          <pc:sldMk cId="2570430553" sldId="259"/>
        </pc:sldMkLst>
        <pc:picChg chg="add mod">
          <ac:chgData name="Bertrand PELLETIER" userId="94262569-a039-4c52-809e-e5d17b830035" providerId="ADAL" clId="{9B52E327-A72B-4327-9920-422A7634F57C}" dt="2020-11-05T11:44:00.142" v="26" actId="1076"/>
          <ac:picMkLst>
            <pc:docMk/>
            <pc:sldMk cId="2570430553" sldId="259"/>
            <ac:picMk id="3" creationId="{25809A36-3E80-4B55-B79E-94B40D9A6CB2}"/>
          </ac:picMkLst>
        </pc:picChg>
      </pc:sldChg>
      <pc:sldChg chg="addSp modSp add mod">
        <pc:chgData name="Bertrand PELLETIER" userId="94262569-a039-4c52-809e-e5d17b830035" providerId="ADAL" clId="{9B52E327-A72B-4327-9920-422A7634F57C}" dt="2020-11-05T11:44:05.288" v="27" actId="1076"/>
        <pc:sldMkLst>
          <pc:docMk/>
          <pc:sldMk cId="1780215568" sldId="260"/>
        </pc:sldMkLst>
        <pc:picChg chg="add mod">
          <ac:chgData name="Bertrand PELLETIER" userId="94262569-a039-4c52-809e-e5d17b830035" providerId="ADAL" clId="{9B52E327-A72B-4327-9920-422A7634F57C}" dt="2020-11-05T11:44:05.288" v="27" actId="1076"/>
          <ac:picMkLst>
            <pc:docMk/>
            <pc:sldMk cId="1780215568" sldId="260"/>
            <ac:picMk id="3" creationId="{35A27A37-32A4-4241-ACC8-B7DCE70A9346}"/>
          </ac:picMkLst>
        </pc:picChg>
      </pc:sldChg>
      <pc:sldChg chg="add">
        <pc:chgData name="Bertrand PELLETIER" userId="94262569-a039-4c52-809e-e5d17b830035" providerId="ADAL" clId="{9B52E327-A72B-4327-9920-422A7634F57C}" dt="2020-11-05T11:43:00.953" v="14" actId="2890"/>
        <pc:sldMkLst>
          <pc:docMk/>
          <pc:sldMk cId="3075311553" sldId="26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6:24.28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27 28,'-11'-11,"3"2,2 3,4 5,8 6,10 12,15 14,9 8,7 9,13 11,7 8,8 9,7 6,2 2,-1-1,-1-2,-3-1,-2-4,0 1,5 6,5 3,-1 1,-1-2,-3-4,-6-4,-10-12,-9-7,-6-8,-11-9,-9-10,-3-4,-3-1,-2-4,0 2,4 2,-1 0,-1 0,1-1,-3-2,-1 0,-1-3,1 3,2 1,-1-1,0 0,-2-2,0 0,-1-2,-2-1,-2-2,-2-1,2 0,2 3,0 1,2 0,-1 0,3 4,0-1,-1-2,-3-1,1-1,3 4,-2-2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2.9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746 1,'-4'9,"-6"7,-10 9,-6 6,-3 5,-5 2,-1 2,0 0,3-4,6-2,4-4,-4-2,-1-2,-1 0,0-1,0 0,6 0,1 1,1-5,3-2,0 1,-5 6,-4 6,-6 3,3 0,-4-2,1-2,1-2,10-6,9-7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6.4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644 0,'-5'2,"1"-1,-1 1,1 0,-1 0,1 1,0-1,0 1,0 0,0 0,0 0,1 1,0-1,-1 1,1 0,-2 4,-10 9,-304 309,114-128,200-193,1-1,-1 1,1 0,0 0,0 0,1 0,-5 8,8-12,0-1,-1 1,1 0,0 0,-1 0,1-1,0 1,0 0,0 0,0 0,0-1,0 1,0 0,0 0,0 0,0-1,0 1,1 0,-1 0,0-1,1 1,-1 0,1 1,0-1,1 0,-1-1,0 1,1 0,-1-1,0 1,1-1,-1 1,1-1,-1 0,1 1,-1-1,1 0,-1 0,1 0,-1 0,4-1,24-2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7.4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1103 1,'-10'8,"-1"0,0 0,-1-1,0 0,0-1,0 0,-18 5,15-5,0 0,0 1,0 1,-18 12,-106 97,4 16,42-38,-24 13,29-29,-140 163,215-225,2-2,0 0,-1-1,-1 0,-27 22,76-80,-14 27,43-27,-17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8.3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767 0,'-2'6,"0"-1,0 1,-1-1,0 0,0 0,-1 0,-5 5,-4 8,-7 12,-2-2,-29 30,-7 9,17-21,-3-2,-96 77,96-87,2 1,1 3,2 1,-38 50,58-63,2 1,1 1,1 0,-17 46,25-51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09.6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852 0,'-13'16,"1"0,1 1,0 0,1 1,-12 30,11-22,-2-1,-16 24,-6-3,-54 54,34-40,-112 108,97-102,-83 103,10-2,143-166,-1 0,0 0,0-1,1 1,-1 0,1 0,-1 0,1 0,-1 0,1 0,-1 0,1 0,0 0,0 0,-1 0,1 0,0 0,0 0,0 0,0 0,0 0,0 0,1 0,-1 0,0 0,0 0,2 2,-1-2,0 0,1 0,-1 0,0 0,1 0,-1 0,1 0,0 0,-1-1,1 1,-1-1,1 1,0-1,0 0,1 0,11 1,-1 0,0-2,16-1,-28 2,66-9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0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900 0,'-2'5,"0"0,-1-1,1 1,-1-1,0 0,0 0,0 0,-1 0,1 0,-1-1,-7 6,4-3,-54 58,-99 134,93-112,-94 148,106-150,12-27,-2-1,-93 86,108-114,-4 1,27-24,0 0,1 0,0 1,-1 0,2 0,-1 1,-5 9,11-15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1.9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1098 1,'-3'1,"-1"0,1 0,0 0,-1 1,1 0,0-1,0 1,0 1,0-1,-3 4,-6 3,-13 9,1 1,0 1,1 1,-27 33,-72 107,26-33,56-79,-78 97,-157 150,40-88,220-192,15-15,0-1,0 0,0 0,0 0,0 1,0-1,0 0,0 0,0 0,0 0,0 1,0-1,0 0,0 0,1 0,-1 0,0 1,0-1,0 0,0 0,0 0,1 0,-1 0,0 0,0 0,0 1,0-1,0 0,1 0,-1 0,0 0,0 0,0 0,1 0,-1 0,0 0,0 0,0 0,1 0,-1 0,0 0,0 0,0 0,0 0,1 0,-1 0,0 0,0-1,42-9,-32 6,41-11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2.8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435 0,'-10'12,"0"0,1 0,0 1,-12 25,-2 1,-15 37,28-54,0-1,-22 31,-21 16,-65 63,75-84,40-45,-35 47,37-48,0 0,0 0,1 0,-1 0,1 0,-1 0,1 0,-1 0,1 0,-1 0,1 0,0 0,0 0,-1 1,1-1,0 0,0 0,0 0,0 0,0 0,1 0,-1 1,0-1,0 0,1 0,-1 0,1 0,-1 0,1 0,-1 0,1 0,0 0,-1 0,1 0,0-1,0 1,0 0,-1 0,1-1,0 1,0-1,0 1,0-1,2 2,20 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3.4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296 0,'-1'4,"1"0,-1 0,0-1,-1 1,1 0,-1 0,1-1,-1 0,0 1,0-1,-1 0,1 0,-4 4,-9 14,-66 119,-39 63,114-193,0 1,1-1,0 1,1 1,0-1,0 1,-1 16,-5 12,5-24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6:27:14.2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554 1,'-4'0,"-6"0,-6 4,-4 6,-8 10,-7 10,-3 5,-4 5,6 4,-4 8,-4 8,-4 2,3-4,0-8,7-8,11-8,5-8,6-9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B16B945-068B-4B8B-9A85-4ACE4CC37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A1AA248C-CF44-4300-9F4C-BA244455A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59E19B87-D8EB-4340-9053-51EF8566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709E265C-5D3C-4419-814F-28776112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6F0AD4A8-2DA6-49F7-8DED-9BF71B97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19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D98E63F-225E-4307-972A-4CDF25F4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2E123AD1-E6CA-4340-95A3-D4C73BC31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0A9AD804-4D67-45D8-A0F5-352B5EFB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E44CC944-1D89-47E9-86DC-197D83A6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B1F4CDA-58EE-4543-9771-56F5BF98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01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5454355-ADFB-47C3-B55E-01B0D4F8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9B11C67E-5A4A-4B71-848B-8FBAE97EE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649A9A78-46A1-4374-877A-E7E12CC3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E6FE884E-5002-49C5-AA37-8E647BFB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6ED94669-FFF5-4011-91C5-3B173892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58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CC13010-5D53-4CC7-AEC1-B4B298A0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1C5D10DE-DBCB-4CFC-BCC4-5B3AED26B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1BE94105-CB1E-42E7-89EF-C422EE9E4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1F01B060-9D98-4EAD-B3D6-9AA339EC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72000922-FA9C-41BD-99A1-72F8C011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30A35B66-CDA4-4C42-A433-B25AB7EB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5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26173B1-470B-43DF-8D1B-043CED93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D5BA4819-81DD-417F-8F52-271E27831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2CEC3374-A6C5-42DB-8FA7-9B2ABE876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919F0C8E-E5E7-47B1-85C7-3A949961E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A84A3FB6-7AD4-4C81-A21D-4A9C1C219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BB8AF7AF-DECF-4AEB-8792-B2094117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6689A6A1-CE4B-4BB2-8758-96E2E47E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81D19EDF-5266-4576-8FC5-26CC424C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38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F6A8628-915C-4988-8DD0-A2DE7707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1A68E2B2-1FE7-40CF-B250-52636FE2C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7268BCFA-E63C-406F-A3BA-0A82E0BC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0985EE6F-8898-4721-9A7F-6F5FE844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11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30E01592-7CE2-4D95-B09B-01C9FE23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8F98B0E0-1217-43C3-A546-D92C9494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D3A23510-12E8-41F0-8EDD-1752A4F2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19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B131DC7-AE46-4A67-9E8B-69A9FA8E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51976BB8-5C0A-495A-8A09-F862DAFCA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553EB122-523D-4707-81D6-E5D8FC2DB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6F05F2E5-678E-487A-A798-1DD1D065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888B1E2A-C9D6-4939-BD3C-44ED32B0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9DD2BB17-2EAD-4BBA-BF6F-592FA051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3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A3DC087-E59C-4638-9F9A-60432303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7F97D75A-890C-4AE4-ACAD-567474D9D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8AF194A3-AA0F-4573-AF9D-52AAFC396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009BC914-4368-480C-8A9D-157AE95A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2B0C9966-27C3-4FC7-B015-D5E8D7BA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1B1E870B-F5D2-48EE-9670-E32BA524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2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26A0697-3705-4CDC-B3C2-E69289CA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A97AAE2D-B975-4B39-9CB9-AF44F2A9B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F99C63B0-5AB4-408F-B2B2-822D9737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E066B739-E8ED-40D2-82A0-8A9C116A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5FA584A8-F418-43D5-A824-5376C569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4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4E45561C-2EB0-4C69-97DF-3D6351DA5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9A1DE617-1041-4CD0-9A84-D2120749D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410BAD2E-EC56-4BAC-973D-CCD6877C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79358C61-C134-4031-B290-C6F24F23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F362AD11-6CE7-45CE-961D-24015F1F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38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8D737B5-93FD-4B4E-9884-C4C0BDAF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186EC874-718D-4E9F-925F-C884117BB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E4CF2D75-5A85-47DD-8D53-4C05ADEA8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0550D-52A2-4FE4-A9F4-0B2C6001327C}" type="datetimeFigureOut">
              <a:rPr lang="fr-FR" smtClean="0"/>
              <a:t>23/11/2020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F1521EFD-654F-4C11-8F2A-42CC7E4EC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C7D30DB4-FBB1-4417-93B2-9F02E84A0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49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6.png"/><Relationship Id="rId18" Type="http://schemas.openxmlformats.org/officeDocument/2006/relationships/customXml" Target="../ink/ink8.xml"/><Relationship Id="rId3" Type="http://schemas.openxmlformats.org/officeDocument/2006/relationships/image" Target="../media/image22.tmp"/><Relationship Id="rId21" Type="http://schemas.openxmlformats.org/officeDocument/2006/relationships/image" Target="../media/image30.png"/><Relationship Id="rId7" Type="http://schemas.openxmlformats.org/officeDocument/2006/relationships/image" Target="../media/image24.png"/><Relationship Id="rId12" Type="http://schemas.openxmlformats.org/officeDocument/2006/relationships/customXml" Target="../ink/ink5.xml"/><Relationship Id="rId17" Type="http://schemas.openxmlformats.org/officeDocument/2006/relationships/image" Target="../media/image28.png"/><Relationship Id="rId25" Type="http://schemas.openxmlformats.org/officeDocument/2006/relationships/image" Target="../media/image32.png"/><Relationship Id="rId2" Type="http://schemas.openxmlformats.org/officeDocument/2006/relationships/image" Target="../media/image1.tmp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25.png"/><Relationship Id="rId24" Type="http://schemas.openxmlformats.org/officeDocument/2006/relationships/customXml" Target="../ink/ink11.xml"/><Relationship Id="rId5" Type="http://schemas.openxmlformats.org/officeDocument/2006/relationships/image" Target="../media/image23.png"/><Relationship Id="rId15" Type="http://schemas.openxmlformats.org/officeDocument/2006/relationships/image" Target="../media/image27.png"/><Relationship Id="rId23" Type="http://schemas.openxmlformats.org/officeDocument/2006/relationships/image" Target="../media/image31.png"/><Relationship Id="rId10" Type="http://schemas.openxmlformats.org/officeDocument/2006/relationships/customXml" Target="../ink/ink4.xml"/><Relationship Id="rId19" Type="http://schemas.openxmlformats.org/officeDocument/2006/relationships/image" Target="../media/image29.png"/><Relationship Id="rId4" Type="http://schemas.openxmlformats.org/officeDocument/2006/relationships/customXml" Target="../ink/ink1.xml"/><Relationship Id="rId9" Type="http://schemas.openxmlformats.org/officeDocument/2006/relationships/image" Target="../media/image24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C0A3F753-158D-4AAA-8CF8-204E9C07D68B}"/>
              </a:ext>
            </a:extLst>
          </p:cNvPr>
          <p:cNvSpPr txBox="1"/>
          <p:nvPr/>
        </p:nvSpPr>
        <p:spPr>
          <a:xfrm>
            <a:off x="604008" y="226395"/>
            <a:ext cx="3775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Géométrie repérée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3BD5240A-2D86-4F90-A82C-FB688E48F631}"/>
              </a:ext>
            </a:extLst>
          </p:cNvPr>
          <p:cNvSpPr txBox="1"/>
          <p:nvPr/>
        </p:nvSpPr>
        <p:spPr>
          <a:xfrm>
            <a:off x="508000" y="2297894"/>
            <a:ext cx="54925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Rappel :</a:t>
            </a:r>
          </a:p>
          <a:p>
            <a:pPr marL="285750" indent="-285750">
              <a:buFontTx/>
              <a:buChar char="-"/>
            </a:pPr>
            <a:r>
              <a:rPr lang="fr-FR" dirty="0"/>
              <a:t>Coordonnées du milieu d’un segment</a:t>
            </a:r>
          </a:p>
          <a:p>
            <a:pPr marL="285750" indent="-285750">
              <a:buFontTx/>
              <a:buChar char="-"/>
            </a:pPr>
            <a:r>
              <a:rPr lang="fr-FR" dirty="0"/>
              <a:t>Coordonnées d’un vecteur</a:t>
            </a:r>
          </a:p>
          <a:p>
            <a:pPr marL="285750" indent="-285750">
              <a:buFontTx/>
              <a:buChar char="-"/>
            </a:pPr>
            <a:r>
              <a:rPr lang="fr-FR" dirty="0"/>
              <a:t>Longueur d’un vecteur et distance entre deux points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6B27787B-37F1-4F56-8561-B46198DE9355}"/>
              </a:ext>
            </a:extLst>
          </p:cNvPr>
          <p:cNvSpPr txBox="1"/>
          <p:nvPr/>
        </p:nvSpPr>
        <p:spPr>
          <a:xfrm>
            <a:off x="508000" y="1237673"/>
            <a:ext cx="3298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C’est quoi la géométrie repérée ?</a:t>
            </a:r>
          </a:p>
        </p:txBody>
      </p:sp>
    </p:spTree>
    <p:extLst>
      <p:ext uri="{BB962C8B-B14F-4D97-AF65-F5344CB8AC3E}">
        <p14:creationId xmlns:p14="http://schemas.microsoft.com/office/powerpoint/2010/main" val="21448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330754" cy="443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8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5F8848AC-C927-4E2D-86A8-9E01A8AF3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07"/>
            <a:ext cx="7730836" cy="266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9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1A32BFED-5438-4BB8-932C-7A30B366E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2132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73625028-AC00-4911-B8D1-871D11085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92802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3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3467E873-E560-4BB7-B45D-D00DE665C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78486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7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4249CD86-E80D-4149-AB2F-E057EB9C4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16539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1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186C7301-77CD-4B3C-AE70-0A7EC7C1D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91618" cy="2063692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C1D4E0C6-69D0-4509-9A36-3AC94F605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3692"/>
            <a:ext cx="841174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8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B8371265-B64C-4EA0-8760-02091F995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16486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7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3AB3D328-F758-4A28-9508-F8273B9DB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11749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34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579DFAE8-04EF-4ACB-942B-A584B2D37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3691" cy="809738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827B073B-F456-4F7D-B187-396A6A79D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9739"/>
            <a:ext cx="7056582" cy="132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88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041168E1-0199-42C9-87AB-0836121CB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9743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4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03069D74-57B2-475E-9FB4-E650B6DE4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95895" cy="322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AE3E467A-A19C-4488-8E8A-43D5C54F6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99564" cy="252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01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23441ACB-9BD2-4673-8DBA-23E92CD86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06959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9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D616A5E5-E24D-4686-A89B-8BA37F9A3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35591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89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B3E0ACFA-126E-4E06-8EEC-9E3E1281D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37590" cy="15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7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035601E3-8D82-415E-BF6B-8B78E8FD3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6959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6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4851DF38-7AD1-412A-8E2C-F4D9C1016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04442" cy="30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83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0352ADDE-14ED-421A-B322-305154E2B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3691" cy="4715533"/>
          </a:xfrm>
          <a:prstGeom prst="rect">
            <a:avLst/>
          </a:prstGeom>
        </p:spPr>
      </p:pic>
      <mc:AlternateContent xmlns:mc="http://schemas.openxmlformats.org/markup-compatibility/2006">
        <mc:Choice xmlns:aink="http://schemas.microsoft.com/office/drawing/2016/ink" xmlns:p14="http://schemas.microsoft.com/office/powerpoint/2010/main" xmlns="" Requires="p14 aink">
          <p:contentPart p14:bwMode="auto" r:id="rId4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EE67A18B-A157-4674-AE95-C334FFDD142A}"/>
                  </a:ext>
                </a:extLst>
              </p14:cNvPr>
              <p14:cNvContentPartPr/>
              <p14:nvPr/>
            </p14:nvContentPartPr>
            <p14:xfrm>
              <a:off x="279324" y="217636"/>
              <a:ext cx="848160" cy="84816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xmlns="" id="{EE67A18B-A157-4674-AE95-C334FFDD14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324" y="109996"/>
                <a:ext cx="883800" cy="10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ink="http://schemas.microsoft.com/office/drawing/2016/ink" xmlns:p14="http://schemas.microsoft.com/office/powerpoint/2010/main" xmlns="" Requires="p14 aink">
          <p:contentPart p14:bwMode="auto" r:id="rId6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ED42C0D7-84CE-41C9-98B2-B37A3080B37A}"/>
                  </a:ext>
                </a:extLst>
              </p14:cNvPr>
              <p14:cNvContentPartPr/>
              <p14:nvPr/>
            </p14:nvContentPartPr>
            <p14:xfrm>
              <a:off x="488484" y="4238836"/>
              <a:ext cx="268560" cy="30132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xmlns="" id="{ED42C0D7-84CE-41C9-98B2-B37A3080B3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0844" y="4131196"/>
                <a:ext cx="304200" cy="51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e 17">
            <a:extLst>
              <a:ext uri="{FF2B5EF4-FFF2-40B4-BE49-F238E27FC236}">
                <a16:creationId xmlns:a16="http://schemas.microsoft.com/office/drawing/2014/main" xmlns="" id="{7E20D3B2-103F-4BFF-B1E5-DBC2B2D550F0}"/>
              </a:ext>
            </a:extLst>
          </p:cNvPr>
          <p:cNvGrpSpPr/>
          <p:nvPr/>
        </p:nvGrpSpPr>
        <p:grpSpPr>
          <a:xfrm>
            <a:off x="414684" y="4109956"/>
            <a:ext cx="3935880" cy="533520"/>
            <a:chOff x="414684" y="4109956"/>
            <a:chExt cx="3935880" cy="53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xmlns="" id="{A3B3AE21-9CDF-4162-BEC1-ABFD09CA7973}"/>
                    </a:ext>
                  </a:extLst>
                </p14:cNvPr>
                <p14:cNvContentPartPr/>
                <p14:nvPr/>
              </p14:nvContentPartPr>
              <p14:xfrm>
                <a:off x="414684" y="4248556"/>
                <a:ext cx="231840" cy="23940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A3B3AE21-9CDF-4162-BEC1-ABFD09CA79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7044" y="4230556"/>
                  <a:ext cx="2674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xmlns="" id="{C4D0EBD1-BA88-4276-B14E-06ABF5A389F7}"/>
                    </a:ext>
                  </a:extLst>
                </p14:cNvPr>
                <p14:cNvContentPartPr/>
                <p14:nvPr/>
              </p14:nvContentPartPr>
              <p14:xfrm>
                <a:off x="683244" y="4220836"/>
                <a:ext cx="397440" cy="35784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C4D0EBD1-BA88-4276-B14E-06ABF5A389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5244" y="4203196"/>
                  <a:ext cx="4330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xmlns="" id="{04415646-2B14-4BCD-ADAF-9A251390183C}"/>
                    </a:ext>
                  </a:extLst>
                </p14:cNvPr>
                <p14:cNvContentPartPr/>
                <p14:nvPr/>
              </p14:nvContentPartPr>
              <p14:xfrm>
                <a:off x="1238364" y="4211476"/>
                <a:ext cx="276480" cy="32436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04415646-2B14-4BCD-ADAF-9A25139018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0724" y="4193476"/>
                  <a:ext cx="3121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xmlns="" id="{DE2C3205-DE63-4E86-AF73-704573664236}"/>
                    </a:ext>
                  </a:extLst>
                </p14:cNvPr>
                <p14:cNvContentPartPr/>
                <p14:nvPr/>
              </p14:nvContentPartPr>
              <p14:xfrm>
                <a:off x="1743444" y="4211476"/>
                <a:ext cx="307080" cy="37800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DE2C3205-DE63-4E86-AF73-7045736642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5444" y="4193476"/>
                  <a:ext cx="3427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xmlns="" id="{0F993051-7B1D-49B9-9048-07B5C94CC7A8}"/>
                    </a:ext>
                  </a:extLst>
                </p14:cNvPr>
                <p14:cNvContentPartPr/>
                <p14:nvPr/>
              </p14:nvContentPartPr>
              <p14:xfrm>
                <a:off x="2317644" y="4248556"/>
                <a:ext cx="324000" cy="39492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0F993051-7B1D-49B9-9048-07B5C94CC7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00004" y="4230556"/>
                  <a:ext cx="359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xmlns="" id="{5CC11097-7E32-4410-93A2-52680624BE6F}"/>
                    </a:ext>
                  </a:extLst>
                </p14:cNvPr>
                <p14:cNvContentPartPr/>
                <p14:nvPr/>
              </p14:nvContentPartPr>
              <p14:xfrm>
                <a:off x="2874204" y="4174396"/>
                <a:ext cx="395280" cy="42228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5CC11097-7E32-4410-93A2-52680624BE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56564" y="4156756"/>
                  <a:ext cx="4309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xmlns="" id="{403B5D63-A771-47ED-BEDF-EFD1B664DBBD}"/>
                    </a:ext>
                  </a:extLst>
                </p14:cNvPr>
                <p14:cNvContentPartPr/>
                <p14:nvPr/>
              </p14:nvContentPartPr>
              <p14:xfrm>
                <a:off x="3574764" y="4109956"/>
                <a:ext cx="156960" cy="23184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403B5D63-A771-47ED-BEDF-EFD1B664DB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56764" y="4091956"/>
                  <a:ext cx="192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xmlns="" id="{FCF5AB2A-D897-4133-B22D-5B7CE842CEF1}"/>
                    </a:ext>
                  </a:extLst>
                </p14:cNvPr>
                <p14:cNvContentPartPr/>
                <p14:nvPr/>
              </p14:nvContentPartPr>
              <p14:xfrm>
                <a:off x="3892644" y="4156036"/>
                <a:ext cx="106920" cy="20844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FCF5AB2A-D897-4133-B22D-5B7CE842CE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74644" y="4138036"/>
                  <a:ext cx="142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xmlns="" id="{735360AF-FF99-4DD5-BCC0-CAD5EDD79E02}"/>
                    </a:ext>
                  </a:extLst>
                </p14:cNvPr>
                <p14:cNvContentPartPr/>
                <p14:nvPr/>
              </p14:nvContentPartPr>
              <p14:xfrm>
                <a:off x="4150764" y="4183756"/>
                <a:ext cx="199800" cy="21060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735360AF-FF99-4DD5-BCC0-CAD5EDD79E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32764" y="4166116"/>
                  <a:ext cx="235440" cy="24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4254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xmlns="" id="{1B2EB765-A5BC-4D16-BD67-2979CCC80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97274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55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, intérieur, capture d’écran, document&#10;&#10;Description générée automatiquement">
            <a:extLst>
              <a:ext uri="{FF2B5EF4-FFF2-40B4-BE49-F238E27FC236}">
                <a16:creationId xmlns:a16="http://schemas.microsoft.com/office/drawing/2014/main" xmlns="" id="{489A5973-F60E-472B-9185-A6F2B0855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21064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094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27</Words>
  <Application>Microsoft Office PowerPoint</Application>
  <PresentationFormat>Grand écran</PresentationFormat>
  <Paragraphs>6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PELLETIER</dc:creator>
  <cp:lastModifiedBy>Bertrand PELLETIER</cp:lastModifiedBy>
  <cp:revision>3</cp:revision>
  <dcterms:created xsi:type="dcterms:W3CDTF">2020-11-05T07:36:40Z</dcterms:created>
  <dcterms:modified xsi:type="dcterms:W3CDTF">2020-11-23T14:44:40Z</dcterms:modified>
</cp:coreProperties>
</file>