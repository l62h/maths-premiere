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8" r:id="rId13"/>
    <p:sldId id="289" r:id="rId14"/>
    <p:sldId id="290" r:id="rId15"/>
    <p:sldId id="291" r:id="rId16"/>
    <p:sldId id="292" r:id="rId17"/>
    <p:sldId id="283" r:id="rId18"/>
    <p:sldId id="284" r:id="rId19"/>
    <p:sldId id="285" r:id="rId20"/>
    <p:sldId id="286" r:id="rId21"/>
    <p:sldId id="287" r:id="rId22"/>
    <p:sldId id="293" r:id="rId23"/>
    <p:sldId id="294" r:id="rId24"/>
    <p:sldId id="295" r:id="rId25"/>
    <p:sldId id="296" r:id="rId26"/>
    <p:sldId id="297" r:id="rId27"/>
    <p:sldId id="298" r:id="rId28"/>
    <p:sldId id="299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19ADC7-F9FA-473F-84E4-9304F1BEF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61C2B48-CD5D-4561-9D85-D0373DE23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EFAB66-3235-445C-AA5F-17B078701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0B50-CBAA-47F5-8CD9-FB80D82568DE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D0C0AD-D5ED-45B1-A73E-052ACE4E3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E5BFC7-616B-4B35-8D94-DA7FC35FE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7F1B-3FD9-4B54-9540-367AD4934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4087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DCE669-8C6F-436E-83CE-A62893B64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81C1F4-DFB7-4461-81C2-B76A50FFC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0C098C-2F75-439F-8EDA-B9F22C391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0B50-CBAA-47F5-8CD9-FB80D82568DE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B72550-6C74-4641-93E8-3E2809BA2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5D081A-2964-4243-A9E2-3E71A60EF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7F1B-3FD9-4B54-9540-367AD4934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9015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8FB7FE-D9B2-4BCD-96EA-138F31525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B7BAF4-31A9-4B83-BCE9-9FB248542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3CA71C-EBCD-4B20-8DB3-05BDC1C9B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0B50-CBAA-47F5-8CD9-FB80D82568DE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348C42-BBDA-4A32-B115-AC2614BE4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FA61F8-B776-488E-AF3F-4FD3AE6F2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7F1B-3FD9-4B54-9540-367AD4934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0262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25ADD3-D413-49FF-B20E-DD2BE50FB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03C1E8-D219-431E-9A0E-74715CFAE7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C7ED859-150B-4E35-B585-489F9FB94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F2B70DC-BF0F-414D-BBEE-F141B40A7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0B50-CBAA-47F5-8CD9-FB80D82568DE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F63493B-10F3-443D-A86F-2BF980382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55F9709-34B9-48C7-B63D-94F62049D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7F1B-3FD9-4B54-9540-367AD4934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716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98FEFD-A805-475B-B4D7-EC0946CDC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619F04A-7D9D-46E8-9650-7C78D3CC6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55FF0E3-BB1F-4831-8928-4117E7E36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3384D0A-7A47-4573-8B34-5C62982404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C718FC1-5DE1-4BF1-8943-364C90D4AE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0D21790-BF5A-4162-952D-F3FB651E9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0B50-CBAA-47F5-8CD9-FB80D82568DE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7961C90-6F63-4740-AD2D-977DC4FE1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3146898-E7A8-4D74-A886-6B539B644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7F1B-3FD9-4B54-9540-367AD4934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399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F6E302-7FBB-438B-BC95-D06C99875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A475915-653C-4D1F-A5D0-3E760AE04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0B50-CBAA-47F5-8CD9-FB80D82568DE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482BA17-4407-4B98-9B5D-D7A283472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57C19EA-F482-4078-A712-0AAB5B353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7F1B-3FD9-4B54-9540-367AD4934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6236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FE8BF3E-D38E-47F3-AC74-E6FA65307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0B50-CBAA-47F5-8CD9-FB80D82568DE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05E8D95-37E7-4852-90A4-9AB180F71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9AD44E-FEAA-4549-A311-26992D6E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7F1B-3FD9-4B54-9540-367AD4934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898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A78FD9-6713-479E-95FF-E03207657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D87EB6-B6B9-4F49-8533-89451E830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BC4482F-F139-49AC-9C34-094604216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4BB85A4-ED0A-4273-ABBE-41174598A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0B50-CBAA-47F5-8CD9-FB80D82568DE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671CFF9-6707-4A3C-8879-4D8237E22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AF0865F-B8DC-4ADE-82DB-52F2B073D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7F1B-3FD9-4B54-9540-367AD4934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6071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4DD60F-E528-41C7-AFB2-D11C86834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44559A3-D087-45F7-A227-2A77D0348E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28740A1-C729-4C6B-9AB0-60DBDDFF29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77EC260-EA16-471E-9559-CDA1F980D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0B50-CBAA-47F5-8CD9-FB80D82568DE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F44C49A-9F2E-4F13-82E4-10CA8045A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0CD1260-9E26-46F1-99A1-D77A5B350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7F1B-3FD9-4B54-9540-367AD4934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2656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27712F-1211-49B3-AF0D-F78C62298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88AEB47-1559-47F3-9B54-9104211DD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A9882E-DB9C-4460-897E-48B028E65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0B50-CBAA-47F5-8CD9-FB80D82568DE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83DCD8-EBA2-44C9-BF12-B677F66AE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CAA4E8-C6A7-4669-B16C-16D5D080E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7F1B-3FD9-4B54-9540-367AD4934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4121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E35F0EC-9FAF-40A2-A973-32F5BD35A9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8870F4B-B7CB-48C2-9E48-3923CB5E7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308346-D8E2-4335-89E8-91345E710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0B50-CBAA-47F5-8CD9-FB80D82568DE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22C7B7-9BC9-4412-B9E4-BAA0B042F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2BC46C-1624-4064-8F57-D0B74A0D6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7F1B-3FD9-4B54-9540-367AD4934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9039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2465EE1-24DD-4960-903C-481DC6715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62B6CFA-7082-453A-9ED8-0A82F4751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C9839E-8F8C-44E2-9174-614217CE98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AA0B50-CBAA-47F5-8CD9-FB80D82568DE}" type="datetimeFigureOut">
              <a:rPr lang="fr-FR" smtClean="0"/>
              <a:t>16/01/2023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83EDF7-B7CF-436F-82D5-53F300604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D8D010-D1C5-4184-920F-1A93309F1F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67F1B-3FD9-4B54-9540-367AD4934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875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6A731FA-1DC9-D577-C52A-3A93F6088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73" y="185221"/>
            <a:ext cx="6196368" cy="281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326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E61F198-F646-2A12-680E-5FA246210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12680" cy="248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107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C8F93FE-A2D4-1AEE-607C-3E888D81F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631119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017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E5A2846-AB87-0EF9-86B6-026B54603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30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949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3258907-6D7C-60EC-ED70-6711A8BDD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54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770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D50331A-6369-B6B2-F07B-C60A05B53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287377" cy="652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490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1B1063E-D37D-74BA-6F10-EBF73FCC1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404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961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1EF7D3B-718F-FBFF-8035-AB9A44614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212490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557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2FE954D-7B54-6262-DB0B-035875095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41122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95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344B0F1-4890-CF47-7434-2A7F01DE1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231542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554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DBA87CB-4931-CBB0-0F7F-642D7B1F5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386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890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CC86B2B-A836-1A09-0411-0B0ACAEA7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35040" cy="400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851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16627F4-FFAE-5EA0-E884-54F9396BB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72470" cy="568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55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C3E93D6-005A-35C5-E864-E02614842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102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32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8D0097D-8A07-2894-46C8-C0BDB1C47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884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350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7053C2B-C012-7C65-9802-09F755814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554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176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73EF767-0113-B9FF-221D-3AB33205E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11537" cy="604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563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AED39F5-97F3-6860-3051-23C8247BA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35327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826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02B525D-81C3-15D8-BBA9-69BC7DDE7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925906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1894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816FA38-DDBA-ED64-5D0E-E46441106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335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1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D9EFCCE-FFFA-724C-317E-DE9464C49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06536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1193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248831D-EC6F-AE19-839C-C83184A8B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6145229" cy="435254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7969B09-8F1A-A9FC-7ED5-937A854C0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38355"/>
            <a:ext cx="7602011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177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3ECF199-8A4A-D866-016E-DC71040E5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92537" cy="640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721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CEACAC9-D616-F821-9E47-4DDE68EFF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106377" cy="629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279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D721A3F-CC41-0073-CAAE-E261CE461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064869" cy="576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8384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36834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03837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88A2A-AF04-4795-9C0A-5A250BF3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EA73E4-2299-4632-96BB-2E65D6256A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38100" cmpd="sng">
            <a:solidFill>
              <a:schemeClr val="tx1">
                <a:lumMod val="75000"/>
                <a:lumOff val="25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6151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0</Words>
  <Application>Microsoft Office PowerPoint</Application>
  <PresentationFormat>Grand écran</PresentationFormat>
  <Paragraphs>0</Paragraphs>
  <Slides>28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Bertrand PELLETIER</dc:creator>
  <cp:lastModifiedBy>Bertrand PELLETIER</cp:lastModifiedBy>
  <cp:revision>12</cp:revision>
  <dcterms:created xsi:type="dcterms:W3CDTF">2021-09-09T12:42:34Z</dcterms:created>
  <dcterms:modified xsi:type="dcterms:W3CDTF">2023-01-16T08:09:00Z</dcterms:modified>
</cp:coreProperties>
</file>