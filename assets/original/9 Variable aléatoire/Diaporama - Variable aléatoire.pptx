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ink/ink1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73" r:id="rId3"/>
    <p:sldId id="274" r:id="rId4"/>
    <p:sldId id="275" r:id="rId5"/>
    <p:sldId id="276" r:id="rId6"/>
    <p:sldId id="277" r:id="rId7"/>
    <p:sldId id="278" r:id="rId8"/>
    <p:sldId id="279" r:id="rId9"/>
    <p:sldId id="280" r:id="rId10"/>
    <p:sldId id="281" r:id="rId11"/>
    <p:sldId id="282" r:id="rId12"/>
    <p:sldId id="283" r:id="rId13"/>
    <p:sldId id="284" r:id="rId14"/>
    <p:sldId id="285" r:id="rId15"/>
    <p:sldId id="286" r:id="rId16"/>
    <p:sldId id="287" r:id="rId17"/>
    <p:sldId id="288" r:id="rId18"/>
    <p:sldId id="289" r:id="rId19"/>
    <p:sldId id="290" r:id="rId20"/>
    <p:sldId id="291" r:id="rId21"/>
    <p:sldId id="292" r:id="rId22"/>
    <p:sldId id="293" r:id="rId23"/>
    <p:sldId id="294" r:id="rId24"/>
    <p:sldId id="295" r:id="rId25"/>
    <p:sldId id="296" r:id="rId26"/>
    <p:sldId id="297" r:id="rId27"/>
    <p:sldId id="298" r:id="rId28"/>
    <p:sldId id="299" r:id="rId29"/>
    <p:sldId id="300" r:id="rId30"/>
    <p:sldId id="301" r:id="rId31"/>
    <p:sldId id="302" r:id="rId32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8" d="100"/>
          <a:sy n="108" d="100"/>
        </p:scale>
        <p:origin x="678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heme" Target="theme/theme1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4T15:53:27.13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35 7 2048,'-30'8'1024,"25"-22"128,5 17-1152,0 0-384,0 2 0,5 2 128,-1 1 0,4 3-256,5 4 128</inkml:trace>
</inkml:ink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7419ADC7-F9FA-473F-84E4-9304F1BEF15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E61C2B48-CD5D-4561-9D85-D0373DE23D0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7AEFAB66-3235-445C-AA5F-17B078701C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AA0B50-CBAA-47F5-8CD9-FB80D82568DE}" type="datetimeFigureOut">
              <a:rPr lang="fr-FR" smtClean="0"/>
              <a:t>24/05/2023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D8D0C0AD-D5ED-45B1-A73E-052ACE4E33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5EE5BFC7-616B-4B35-8D94-DA7FC35FE9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767F1B-3FD9-4B54-9540-367AD4934B11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12408793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5DCE669-8C6F-436E-83CE-A62893B64A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F881C1F4-DFB7-4461-81C2-B76A50FFC97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B70C098C-2F75-439F-8EDA-B9F22C3915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AA0B50-CBAA-47F5-8CD9-FB80D82568DE}" type="datetimeFigureOut">
              <a:rPr lang="fr-FR" smtClean="0"/>
              <a:t>24/05/2023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1FB72550-6C74-4641-93E8-3E2809BA2E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E55D081A-2964-4243-A9E2-3E71A60EFD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767F1B-3FD9-4B54-9540-367AD4934B11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21901592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58FB7FE-D9B2-4BCD-96EA-138F31525E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27B7BAF4-31A9-4B83-BCE9-9FB248542D7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D33CA71C-EBCD-4B20-8DB3-05BDC1C9B6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AA0B50-CBAA-47F5-8CD9-FB80D82568DE}" type="datetimeFigureOut">
              <a:rPr lang="fr-FR" smtClean="0"/>
              <a:t>24/05/2023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D1348C42-BBDA-4A32-B115-AC2614BE42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2FFA61F8-B776-488E-AF3F-4FD3AE6F28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767F1B-3FD9-4B54-9540-367AD4934B11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72026294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825ADD3-D413-49FF-B20E-DD2BE50FB1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A903C1E8-D219-431E-9A0E-74715CFAE7B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EC7ED859-150B-4E35-B585-489F9FB946D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3F2B70DC-BF0F-414D-BBEE-F141B40A74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AA0B50-CBAA-47F5-8CD9-FB80D82568DE}" type="datetimeFigureOut">
              <a:rPr lang="fr-FR" smtClean="0"/>
              <a:t>24/05/2023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2F63493B-10F3-443D-A86F-2BF9803827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055F9709-34B9-48C7-B63D-94F62049DD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767F1B-3FD9-4B54-9540-367AD4934B11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20716979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998FEFD-A805-475B-B4D7-EC0946CDC1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7619F04A-7D9D-46E8-9650-7C78D3CC68B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D55FF0E3-BB1F-4831-8928-4117E7E3655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73384D0A-7A47-4573-8B34-5C62982404A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CC718FC1-5DE1-4BF1-8943-364C90D4AE3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7" name="Espace réservé de la date 6">
            <a:extLst>
              <a:ext uri="{FF2B5EF4-FFF2-40B4-BE49-F238E27FC236}">
                <a16:creationId xmlns:a16="http://schemas.microsoft.com/office/drawing/2014/main" id="{10D21790-BF5A-4162-952D-F3FB651E9D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AA0B50-CBAA-47F5-8CD9-FB80D82568DE}" type="datetimeFigureOut">
              <a:rPr lang="fr-FR" smtClean="0"/>
              <a:t>24/05/2023</a:t>
            </a:fld>
            <a:endParaRPr lang="fr-FR"/>
          </a:p>
        </p:txBody>
      </p:sp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id="{17961C90-6F63-4740-AD2D-977DC4FE1D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C3146898-E7A8-4D74-A886-6B539B644B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767F1B-3FD9-4B54-9540-367AD4934B11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75399266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5F6E302-7FBB-438B-BC95-D06C998753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6A475915-653C-4D1F-A5D0-3E760AE045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AA0B50-CBAA-47F5-8CD9-FB80D82568DE}" type="datetimeFigureOut">
              <a:rPr lang="fr-FR" smtClean="0"/>
              <a:t>24/05/2023</a:t>
            </a:fld>
            <a:endParaRPr lang="fr-FR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E482BA17-4407-4B98-9B5D-D7A2834726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457C19EA-F482-4078-A712-0AAB5B3533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767F1B-3FD9-4B54-9540-367AD4934B11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91623605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CFE8BF3E-D38E-47F3-AC74-E6FA653070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AA0B50-CBAA-47F5-8CD9-FB80D82568DE}" type="datetimeFigureOut">
              <a:rPr lang="fr-FR" smtClean="0"/>
              <a:t>24/05/2023</a:t>
            </a:fld>
            <a:endParaRPr lang="fr-FR"/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505E8D95-37E7-4852-90A4-9AB180F71E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189AD44E-FEAA-4549-A311-26992D6E30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767F1B-3FD9-4B54-9540-367AD4934B11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18898476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0A78FD9-6713-479E-95FF-E032076570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CCD87EB6-B6B9-4F49-8533-89451E8307B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9BC4482F-F139-49AC-9C34-094604216EC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A4BB85A4-ED0A-4273-ABBE-41174598AF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AA0B50-CBAA-47F5-8CD9-FB80D82568DE}" type="datetimeFigureOut">
              <a:rPr lang="fr-FR" smtClean="0"/>
              <a:t>24/05/2023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8671CFF9-6707-4A3C-8879-4D8237E222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6AF0865F-B8DC-4ADE-82DB-52F2B073D6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767F1B-3FD9-4B54-9540-367AD4934B11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51607143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A4DD60F-E528-41C7-AFB2-D11C868346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pour une image  2">
            <a:extLst>
              <a:ext uri="{FF2B5EF4-FFF2-40B4-BE49-F238E27FC236}">
                <a16:creationId xmlns:a16="http://schemas.microsoft.com/office/drawing/2014/main" id="{444559A3-D087-45F7-A227-2A77D0348E3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928740A1-C729-4C6B-9AB0-60DBDDFF299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677EC260-EA16-471E-9559-CDA1F980D2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AA0B50-CBAA-47F5-8CD9-FB80D82568DE}" type="datetimeFigureOut">
              <a:rPr lang="fr-FR" smtClean="0"/>
              <a:t>24/05/2023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6F44C49A-9F2E-4F13-82E4-10CA8045AC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F0CD1260-9E26-46F1-99A1-D77A5B3509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767F1B-3FD9-4B54-9540-367AD4934B11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86265696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027712F-1211-49B3-AF0D-F78C622982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588AEB47-1559-47F3-9B54-9104211DD03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B1A9882E-DB9C-4460-897E-48B028E65C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AA0B50-CBAA-47F5-8CD9-FB80D82568DE}" type="datetimeFigureOut">
              <a:rPr lang="fr-FR" smtClean="0"/>
              <a:t>24/05/2023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B683DCD8-EBA2-44C9-BF12-B677F66AE2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79CAA4E8-C6A7-4669-B16C-16D5D080E7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767F1B-3FD9-4B54-9540-367AD4934B11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90412170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>
            <a:extLst>
              <a:ext uri="{FF2B5EF4-FFF2-40B4-BE49-F238E27FC236}">
                <a16:creationId xmlns:a16="http://schemas.microsoft.com/office/drawing/2014/main" id="{9E35F0EC-9FAF-40A2-A973-32F5BD35A9A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C8870F4B-B7CB-48C2-9E48-3923CB5E72A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62308346-D8E2-4335-89E8-91345E710D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AA0B50-CBAA-47F5-8CD9-FB80D82568DE}" type="datetimeFigureOut">
              <a:rPr lang="fr-FR" smtClean="0"/>
              <a:t>24/05/2023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E622C7B7-9BC9-4412-B9E4-BAA0B042F1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982BC46C-1624-4064-8F57-D0B74A0D6F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767F1B-3FD9-4B54-9540-367AD4934B11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49903921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>
            <a:extLst>
              <a:ext uri="{FF2B5EF4-FFF2-40B4-BE49-F238E27FC236}">
                <a16:creationId xmlns:a16="http://schemas.microsoft.com/office/drawing/2014/main" id="{42465EE1-24DD-4960-903C-481DC67157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062B6CFA-7082-453A-9ED8-0A82F475175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40C9839E-8F8C-44E2-9174-614217CE98C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0AA0B50-CBAA-47F5-8CD9-FB80D82568DE}" type="datetimeFigureOut">
              <a:rPr lang="fr-FR" smtClean="0"/>
              <a:t>24/05/2023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E283EDF7-B7CF-436F-82D5-53F300604BD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67D8D010-D1C5-4184-920F-1A93309F1F8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C767F1B-3FD9-4B54-9540-367AD4934B11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22875620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customXml" Target="../ink/ink1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7.png"/><Relationship Id="rId4" Type="http://schemas.openxmlformats.org/officeDocument/2006/relationships/image" Target="../media/image26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 4">
            <a:extLst>
              <a:ext uri="{FF2B5EF4-FFF2-40B4-BE49-F238E27FC236}">
                <a16:creationId xmlns:a16="http://schemas.microsoft.com/office/drawing/2014/main" id="{54E88A2A-AF04-4795-9C0A-5A250BF3221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ACEA73E4-2299-4632-96BB-2E65D6256A48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noFill/>
          <a:ln w="38100" cmpd="sng">
            <a:solidFill>
              <a:schemeClr val="tx1">
                <a:lumMod val="75000"/>
                <a:lumOff val="25000"/>
                <a:alpha val="0"/>
              </a:schemeClr>
            </a:solidFill>
            <a:extLst>
              <a:ext uri="{C807C97D-BFC1-408E-A445-0C87EB9F89A2}">
                <ask:lineSketchStyleProps xmlns:ask="http://schemas.microsoft.com/office/drawing/2018/sketchyshapes">
                  <ask:type>
                    <ask:lineSketchNone/>
                  </ask:type>
                </ask:lineSketchStyleProps>
              </a:ext>
            </a:extLst>
          </a:ln>
          <a:effectLst>
            <a:softEdge rad="10160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pic>
        <p:nvPicPr>
          <p:cNvPr id="3" name="Image 2">
            <a:extLst>
              <a:ext uri="{FF2B5EF4-FFF2-40B4-BE49-F238E27FC236}">
                <a16:creationId xmlns:a16="http://schemas.microsoft.com/office/drawing/2014/main" id="{27AE95CF-E057-E58B-6535-8972FC392E2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40870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8632641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 4">
            <a:extLst>
              <a:ext uri="{FF2B5EF4-FFF2-40B4-BE49-F238E27FC236}">
                <a16:creationId xmlns:a16="http://schemas.microsoft.com/office/drawing/2014/main" id="{54E88A2A-AF04-4795-9C0A-5A250BF3221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ACEA73E4-2299-4632-96BB-2E65D6256A48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noFill/>
          <a:ln w="38100" cmpd="sng">
            <a:solidFill>
              <a:schemeClr val="tx1">
                <a:lumMod val="75000"/>
                <a:lumOff val="25000"/>
                <a:alpha val="0"/>
              </a:schemeClr>
            </a:solidFill>
            <a:extLst>
              <a:ext uri="{C807C97D-BFC1-408E-A445-0C87EB9F89A2}">
                <ask:lineSketchStyleProps xmlns:ask="http://schemas.microsoft.com/office/drawing/2018/sketchyshapes">
                  <ask:type>
                    <ask:lineSketchNone/>
                  </ask:type>
                </ask:lineSketchStyleProps>
              </a:ext>
            </a:extLst>
          </a:ln>
          <a:effectLst>
            <a:softEdge rad="10160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pic>
        <p:nvPicPr>
          <p:cNvPr id="3" name="Image 2">
            <a:extLst>
              <a:ext uri="{FF2B5EF4-FFF2-40B4-BE49-F238E27FC236}">
                <a16:creationId xmlns:a16="http://schemas.microsoft.com/office/drawing/2014/main" id="{3B0E8148-FF81-6FF1-87F3-F59FA099A65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314461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5810786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 4">
            <a:extLst>
              <a:ext uri="{FF2B5EF4-FFF2-40B4-BE49-F238E27FC236}">
                <a16:creationId xmlns:a16="http://schemas.microsoft.com/office/drawing/2014/main" id="{54E88A2A-AF04-4795-9C0A-5A250BF3221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ACEA73E4-2299-4632-96BB-2E65D6256A48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noFill/>
          <a:ln w="38100" cmpd="sng">
            <a:solidFill>
              <a:schemeClr val="tx1">
                <a:lumMod val="75000"/>
                <a:lumOff val="25000"/>
                <a:alpha val="0"/>
              </a:schemeClr>
            </a:solidFill>
            <a:extLst>
              <a:ext uri="{C807C97D-BFC1-408E-A445-0C87EB9F89A2}">
                <ask:lineSketchStyleProps xmlns:ask="http://schemas.microsoft.com/office/drawing/2018/sketchyshapes">
                  <ask:type>
                    <ask:lineSketchNone/>
                  </ask:type>
                </ask:lineSketchStyleProps>
              </a:ext>
            </a:extLst>
          </a:ln>
          <a:effectLst>
            <a:softEdge rad="10160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pic>
        <p:nvPicPr>
          <p:cNvPr id="3" name="Image 2">
            <a:extLst>
              <a:ext uri="{FF2B5EF4-FFF2-40B4-BE49-F238E27FC236}">
                <a16:creationId xmlns:a16="http://schemas.microsoft.com/office/drawing/2014/main" id="{09B9CDED-10A2-2582-07B6-1C15DBDF87C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583487" cy="61540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0601767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 4">
            <a:extLst>
              <a:ext uri="{FF2B5EF4-FFF2-40B4-BE49-F238E27FC236}">
                <a16:creationId xmlns:a16="http://schemas.microsoft.com/office/drawing/2014/main" id="{54E88A2A-AF04-4795-9C0A-5A250BF3221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ACEA73E4-2299-4632-96BB-2E65D6256A48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noFill/>
          <a:ln w="38100" cmpd="sng">
            <a:solidFill>
              <a:schemeClr val="tx1">
                <a:lumMod val="75000"/>
                <a:lumOff val="25000"/>
                <a:alpha val="0"/>
              </a:schemeClr>
            </a:solidFill>
            <a:extLst>
              <a:ext uri="{C807C97D-BFC1-408E-A445-0C87EB9F89A2}">
                <ask:lineSketchStyleProps xmlns:ask="http://schemas.microsoft.com/office/drawing/2018/sketchyshapes">
                  <ask:type>
                    <ask:lineSketchNone/>
                  </ask:type>
                </ask:lineSketchStyleProps>
              </a:ext>
            </a:extLst>
          </a:ln>
          <a:effectLst>
            <a:softEdge rad="10160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pic>
        <p:nvPicPr>
          <p:cNvPr id="3" name="Image 2">
            <a:extLst>
              <a:ext uri="{FF2B5EF4-FFF2-40B4-BE49-F238E27FC236}">
                <a16:creationId xmlns:a16="http://schemas.microsoft.com/office/drawing/2014/main" id="{E280B18E-C007-8459-FA46-20E4E7956E2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894728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694932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 4">
            <a:extLst>
              <a:ext uri="{FF2B5EF4-FFF2-40B4-BE49-F238E27FC236}">
                <a16:creationId xmlns:a16="http://schemas.microsoft.com/office/drawing/2014/main" id="{54E88A2A-AF04-4795-9C0A-5A250BF3221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ACEA73E4-2299-4632-96BB-2E65D6256A48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noFill/>
          <a:ln w="38100" cmpd="sng">
            <a:solidFill>
              <a:schemeClr val="tx1">
                <a:lumMod val="75000"/>
                <a:lumOff val="25000"/>
                <a:alpha val="0"/>
              </a:schemeClr>
            </a:solidFill>
            <a:extLst>
              <a:ext uri="{C807C97D-BFC1-408E-A445-0C87EB9F89A2}">
                <ask:lineSketchStyleProps xmlns:ask="http://schemas.microsoft.com/office/drawing/2018/sketchyshapes">
                  <ask:type>
                    <ask:lineSketchNone/>
                  </ask:type>
                </ask:lineSketchStyleProps>
              </a:ext>
            </a:extLst>
          </a:ln>
          <a:effectLst>
            <a:softEdge rad="10160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pic>
        <p:nvPicPr>
          <p:cNvPr id="3" name="Image 2">
            <a:extLst>
              <a:ext uri="{FF2B5EF4-FFF2-40B4-BE49-F238E27FC236}">
                <a16:creationId xmlns:a16="http://schemas.microsoft.com/office/drawing/2014/main" id="{57C50503-A45B-1984-7515-FAE079FE441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36622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1492152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 4">
            <a:extLst>
              <a:ext uri="{FF2B5EF4-FFF2-40B4-BE49-F238E27FC236}">
                <a16:creationId xmlns:a16="http://schemas.microsoft.com/office/drawing/2014/main" id="{54E88A2A-AF04-4795-9C0A-5A250BF3221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ACEA73E4-2299-4632-96BB-2E65D6256A48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noFill/>
          <a:ln w="38100" cmpd="sng">
            <a:solidFill>
              <a:schemeClr val="tx1">
                <a:lumMod val="75000"/>
                <a:lumOff val="25000"/>
                <a:alpha val="0"/>
              </a:schemeClr>
            </a:solidFill>
            <a:extLst>
              <a:ext uri="{C807C97D-BFC1-408E-A445-0C87EB9F89A2}">
                <ask:lineSketchStyleProps xmlns:ask="http://schemas.microsoft.com/office/drawing/2018/sketchyshapes">
                  <ask:type>
                    <ask:lineSketchNone/>
                  </ask:type>
                </ask:lineSketchStyleProps>
              </a:ext>
            </a:extLst>
          </a:ln>
          <a:effectLst>
            <a:softEdge rad="10160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pic>
        <p:nvPicPr>
          <p:cNvPr id="3" name="Image 2">
            <a:extLst>
              <a:ext uri="{FF2B5EF4-FFF2-40B4-BE49-F238E27FC236}">
                <a16:creationId xmlns:a16="http://schemas.microsoft.com/office/drawing/2014/main" id="{141E0531-8B4E-C38A-9FBC-1D9F1FB6CD4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060222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034138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 4">
            <a:extLst>
              <a:ext uri="{FF2B5EF4-FFF2-40B4-BE49-F238E27FC236}">
                <a16:creationId xmlns:a16="http://schemas.microsoft.com/office/drawing/2014/main" id="{54E88A2A-AF04-4795-9C0A-5A250BF3221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ACEA73E4-2299-4632-96BB-2E65D6256A48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noFill/>
          <a:ln w="38100" cmpd="sng">
            <a:solidFill>
              <a:schemeClr val="tx1">
                <a:lumMod val="75000"/>
                <a:lumOff val="25000"/>
                <a:alpha val="0"/>
              </a:schemeClr>
            </a:solidFill>
            <a:extLst>
              <a:ext uri="{C807C97D-BFC1-408E-A445-0C87EB9F89A2}">
                <ask:lineSketchStyleProps xmlns:ask="http://schemas.microsoft.com/office/drawing/2018/sketchyshapes">
                  <ask:type>
                    <ask:lineSketchNone/>
                  </ask:type>
                </ask:lineSketchStyleProps>
              </a:ext>
            </a:extLst>
          </a:ln>
          <a:effectLst>
            <a:softEdge rad="10160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pic>
        <p:nvPicPr>
          <p:cNvPr id="3" name="Image 2">
            <a:extLst>
              <a:ext uri="{FF2B5EF4-FFF2-40B4-BE49-F238E27FC236}">
                <a16:creationId xmlns:a16="http://schemas.microsoft.com/office/drawing/2014/main" id="{746BF455-40E8-6905-3BFC-B4E2BF1B929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1972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3497602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 4">
            <a:extLst>
              <a:ext uri="{FF2B5EF4-FFF2-40B4-BE49-F238E27FC236}">
                <a16:creationId xmlns:a16="http://schemas.microsoft.com/office/drawing/2014/main" id="{54E88A2A-AF04-4795-9C0A-5A250BF3221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ACEA73E4-2299-4632-96BB-2E65D6256A48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noFill/>
          <a:ln w="38100" cmpd="sng">
            <a:solidFill>
              <a:schemeClr val="tx1">
                <a:lumMod val="75000"/>
                <a:lumOff val="25000"/>
                <a:alpha val="0"/>
              </a:schemeClr>
            </a:solidFill>
            <a:extLst>
              <a:ext uri="{C807C97D-BFC1-408E-A445-0C87EB9F89A2}">
                <ask:lineSketchStyleProps xmlns:ask="http://schemas.microsoft.com/office/drawing/2018/sketchyshapes">
                  <ask:type>
                    <ask:lineSketchNone/>
                  </ask:type>
                </ask:lineSketchStyleProps>
              </a:ext>
            </a:extLst>
          </a:ln>
          <a:effectLst>
            <a:softEdge rad="10160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pic>
        <p:nvPicPr>
          <p:cNvPr id="3" name="Image 2">
            <a:extLst>
              <a:ext uri="{FF2B5EF4-FFF2-40B4-BE49-F238E27FC236}">
                <a16:creationId xmlns:a16="http://schemas.microsoft.com/office/drawing/2014/main" id="{467E492D-A042-AF0B-E477-724C8E0E97D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47831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9380304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 4">
            <a:extLst>
              <a:ext uri="{FF2B5EF4-FFF2-40B4-BE49-F238E27FC236}">
                <a16:creationId xmlns:a16="http://schemas.microsoft.com/office/drawing/2014/main" id="{54E88A2A-AF04-4795-9C0A-5A250BF3221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ACEA73E4-2299-4632-96BB-2E65D6256A48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noFill/>
          <a:ln w="38100" cmpd="sng">
            <a:solidFill>
              <a:schemeClr val="tx1">
                <a:lumMod val="75000"/>
                <a:lumOff val="25000"/>
                <a:alpha val="0"/>
              </a:schemeClr>
            </a:solidFill>
            <a:extLst>
              <a:ext uri="{C807C97D-BFC1-408E-A445-0C87EB9F89A2}">
                <ask:lineSketchStyleProps xmlns:ask="http://schemas.microsoft.com/office/drawing/2018/sketchyshapes">
                  <ask:type>
                    <ask:lineSketchNone/>
                  </ask:type>
                </ask:lineSketchStyleProps>
              </a:ext>
            </a:extLst>
          </a:ln>
          <a:effectLst>
            <a:softEdge rad="10160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pic>
        <p:nvPicPr>
          <p:cNvPr id="3" name="Image 2">
            <a:extLst>
              <a:ext uri="{FF2B5EF4-FFF2-40B4-BE49-F238E27FC236}">
                <a16:creationId xmlns:a16="http://schemas.microsoft.com/office/drawing/2014/main" id="{26A36417-374B-2749-C36B-8344CFA1F75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23612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2090637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 4">
            <a:extLst>
              <a:ext uri="{FF2B5EF4-FFF2-40B4-BE49-F238E27FC236}">
                <a16:creationId xmlns:a16="http://schemas.microsoft.com/office/drawing/2014/main" id="{54E88A2A-AF04-4795-9C0A-5A250BF3221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ACEA73E4-2299-4632-96BB-2E65D6256A48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noFill/>
          <a:ln w="38100" cmpd="sng">
            <a:solidFill>
              <a:schemeClr val="tx1">
                <a:lumMod val="75000"/>
                <a:lumOff val="25000"/>
                <a:alpha val="0"/>
              </a:schemeClr>
            </a:solidFill>
            <a:extLst>
              <a:ext uri="{C807C97D-BFC1-408E-A445-0C87EB9F89A2}">
                <ask:lineSketchStyleProps xmlns:ask="http://schemas.microsoft.com/office/drawing/2018/sketchyshapes">
                  <ask:type>
                    <ask:lineSketchNone/>
                  </ask:type>
                </ask:lineSketchStyleProps>
              </a:ext>
            </a:extLst>
          </a:ln>
          <a:effectLst>
            <a:softEdge rad="10160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pic>
        <p:nvPicPr>
          <p:cNvPr id="3" name="Image 2">
            <a:extLst>
              <a:ext uri="{FF2B5EF4-FFF2-40B4-BE49-F238E27FC236}">
                <a16:creationId xmlns:a16="http://schemas.microsoft.com/office/drawing/2014/main" id="{6C817966-C70B-EBBD-6392-89F4693BBAD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39444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0814175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 4">
            <a:extLst>
              <a:ext uri="{FF2B5EF4-FFF2-40B4-BE49-F238E27FC236}">
                <a16:creationId xmlns:a16="http://schemas.microsoft.com/office/drawing/2014/main" id="{54E88A2A-AF04-4795-9C0A-5A250BF3221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ACEA73E4-2299-4632-96BB-2E65D6256A48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noFill/>
          <a:ln w="38100" cmpd="sng">
            <a:solidFill>
              <a:schemeClr val="tx1">
                <a:lumMod val="75000"/>
                <a:lumOff val="25000"/>
                <a:alpha val="0"/>
              </a:schemeClr>
            </a:solidFill>
            <a:extLst>
              <a:ext uri="{C807C97D-BFC1-408E-A445-0C87EB9F89A2}">
                <ask:lineSketchStyleProps xmlns:ask="http://schemas.microsoft.com/office/drawing/2018/sketchyshapes">
                  <ask:type>
                    <ask:lineSketchNone/>
                  </ask:type>
                </ask:lineSketchStyleProps>
              </a:ext>
            </a:extLst>
          </a:ln>
          <a:effectLst>
            <a:softEdge rad="10160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pic>
        <p:nvPicPr>
          <p:cNvPr id="3" name="Image 2">
            <a:extLst>
              <a:ext uri="{FF2B5EF4-FFF2-40B4-BE49-F238E27FC236}">
                <a16:creationId xmlns:a16="http://schemas.microsoft.com/office/drawing/2014/main" id="{56F55E73-186A-C722-DAB1-BD4981E6FC3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34510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9428168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 4">
            <a:extLst>
              <a:ext uri="{FF2B5EF4-FFF2-40B4-BE49-F238E27FC236}">
                <a16:creationId xmlns:a16="http://schemas.microsoft.com/office/drawing/2014/main" id="{54E88A2A-AF04-4795-9C0A-5A250BF3221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ACEA73E4-2299-4632-96BB-2E65D6256A48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noFill/>
          <a:ln w="38100" cmpd="sng">
            <a:solidFill>
              <a:schemeClr val="tx1">
                <a:lumMod val="75000"/>
                <a:lumOff val="25000"/>
                <a:alpha val="0"/>
              </a:schemeClr>
            </a:solidFill>
            <a:extLst>
              <a:ext uri="{C807C97D-BFC1-408E-A445-0C87EB9F89A2}">
                <ask:lineSketchStyleProps xmlns:ask="http://schemas.microsoft.com/office/drawing/2018/sketchyshapes">
                  <ask:type>
                    <ask:lineSketchNone/>
                  </ask:type>
                </ask:lineSketchStyleProps>
              </a:ext>
            </a:extLst>
          </a:ln>
          <a:effectLst>
            <a:softEdge rad="10160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pic>
        <p:nvPicPr>
          <p:cNvPr id="3" name="Image 2">
            <a:extLst>
              <a:ext uri="{FF2B5EF4-FFF2-40B4-BE49-F238E27FC236}">
                <a16:creationId xmlns:a16="http://schemas.microsoft.com/office/drawing/2014/main" id="{65B1CD56-92B7-3E94-C5F6-0E954F04663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22949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94411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 4">
            <a:extLst>
              <a:ext uri="{FF2B5EF4-FFF2-40B4-BE49-F238E27FC236}">
                <a16:creationId xmlns:a16="http://schemas.microsoft.com/office/drawing/2014/main" id="{54E88A2A-AF04-4795-9C0A-5A250BF3221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ACEA73E4-2299-4632-96BB-2E65D6256A48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noFill/>
          <a:ln w="38100" cmpd="sng">
            <a:solidFill>
              <a:schemeClr val="tx1">
                <a:lumMod val="75000"/>
                <a:lumOff val="25000"/>
                <a:alpha val="0"/>
              </a:schemeClr>
            </a:solidFill>
            <a:extLst>
              <a:ext uri="{C807C97D-BFC1-408E-A445-0C87EB9F89A2}">
                <ask:lineSketchStyleProps xmlns:ask="http://schemas.microsoft.com/office/drawing/2018/sketchyshapes">
                  <ask:type>
                    <ask:lineSketchNone/>
                  </ask:type>
                </ask:lineSketchStyleProps>
              </a:ext>
            </a:extLst>
          </a:ln>
          <a:effectLst>
            <a:softEdge rad="10160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pic>
        <p:nvPicPr>
          <p:cNvPr id="3" name="Image 2">
            <a:extLst>
              <a:ext uri="{FF2B5EF4-FFF2-40B4-BE49-F238E27FC236}">
                <a16:creationId xmlns:a16="http://schemas.microsoft.com/office/drawing/2014/main" id="{0122F0C7-DEC4-6319-DA55-D573D74FA84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6927"/>
            <a:ext cx="5728447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9494208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 4">
            <a:extLst>
              <a:ext uri="{FF2B5EF4-FFF2-40B4-BE49-F238E27FC236}">
                <a16:creationId xmlns:a16="http://schemas.microsoft.com/office/drawing/2014/main" id="{54E88A2A-AF04-4795-9C0A-5A250BF3221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ACEA73E4-2299-4632-96BB-2E65D6256A48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noFill/>
          <a:ln w="38100" cmpd="sng">
            <a:solidFill>
              <a:schemeClr val="tx1">
                <a:lumMod val="75000"/>
                <a:lumOff val="25000"/>
                <a:alpha val="0"/>
              </a:schemeClr>
            </a:solidFill>
            <a:extLst>
              <a:ext uri="{C807C97D-BFC1-408E-A445-0C87EB9F89A2}">
                <ask:lineSketchStyleProps xmlns:ask="http://schemas.microsoft.com/office/drawing/2018/sketchyshapes">
                  <ask:type>
                    <ask:lineSketchNone/>
                  </ask:type>
                </ask:lineSketchStyleProps>
              </a:ext>
            </a:extLst>
          </a:ln>
          <a:effectLst>
            <a:softEdge rad="10160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pic>
        <p:nvPicPr>
          <p:cNvPr id="3" name="Image 2">
            <a:extLst>
              <a:ext uri="{FF2B5EF4-FFF2-40B4-BE49-F238E27FC236}">
                <a16:creationId xmlns:a16="http://schemas.microsoft.com/office/drawing/2014/main" id="{E2405CC0-CE0B-02D5-F2BE-987DD3087E4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7316221" cy="57634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267518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 4">
            <a:extLst>
              <a:ext uri="{FF2B5EF4-FFF2-40B4-BE49-F238E27FC236}">
                <a16:creationId xmlns:a16="http://schemas.microsoft.com/office/drawing/2014/main" id="{54E88A2A-AF04-4795-9C0A-5A250BF3221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ACEA73E4-2299-4632-96BB-2E65D6256A48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noFill/>
          <a:ln w="38100" cmpd="sng">
            <a:solidFill>
              <a:schemeClr val="tx1">
                <a:lumMod val="75000"/>
                <a:lumOff val="25000"/>
                <a:alpha val="0"/>
              </a:schemeClr>
            </a:solidFill>
            <a:extLst>
              <a:ext uri="{C807C97D-BFC1-408E-A445-0C87EB9F89A2}">
                <ask:lineSketchStyleProps xmlns:ask="http://schemas.microsoft.com/office/drawing/2018/sketchyshapes">
                  <ask:type>
                    <ask:lineSketchNone/>
                  </ask:type>
                </ask:lineSketchStyleProps>
              </a:ext>
            </a:extLst>
          </a:ln>
          <a:effectLst>
            <a:softEdge rad="10160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pic>
        <p:nvPicPr>
          <p:cNvPr id="3" name="Image 2">
            <a:extLst>
              <a:ext uri="{FF2B5EF4-FFF2-40B4-BE49-F238E27FC236}">
                <a16:creationId xmlns:a16="http://schemas.microsoft.com/office/drawing/2014/main" id="{1D48944C-F6E3-DC77-9039-EED8F94C4FA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75555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7225013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 4">
            <a:extLst>
              <a:ext uri="{FF2B5EF4-FFF2-40B4-BE49-F238E27FC236}">
                <a16:creationId xmlns:a16="http://schemas.microsoft.com/office/drawing/2014/main" id="{54E88A2A-AF04-4795-9C0A-5A250BF3221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ACEA73E4-2299-4632-96BB-2E65D6256A48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noFill/>
          <a:ln w="38100" cmpd="sng">
            <a:solidFill>
              <a:schemeClr val="tx1">
                <a:lumMod val="75000"/>
                <a:lumOff val="25000"/>
                <a:alpha val="0"/>
              </a:schemeClr>
            </a:solidFill>
            <a:extLst>
              <a:ext uri="{C807C97D-BFC1-408E-A445-0C87EB9F89A2}">
                <ask:lineSketchStyleProps xmlns:ask="http://schemas.microsoft.com/office/drawing/2018/sketchyshapes">
                  <ask:type>
                    <ask:lineSketchNone/>
                  </ask:type>
                </ask:lineSketchStyleProps>
              </a:ext>
            </a:extLst>
          </a:ln>
          <a:effectLst>
            <a:softEdge rad="10160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pic>
        <p:nvPicPr>
          <p:cNvPr id="3" name="Image 2">
            <a:extLst>
              <a:ext uri="{FF2B5EF4-FFF2-40B4-BE49-F238E27FC236}">
                <a16:creationId xmlns:a16="http://schemas.microsoft.com/office/drawing/2014/main" id="{35A11165-E04A-0B28-6DD4-53D3751784F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873858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5897006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 4">
            <a:extLst>
              <a:ext uri="{FF2B5EF4-FFF2-40B4-BE49-F238E27FC236}">
                <a16:creationId xmlns:a16="http://schemas.microsoft.com/office/drawing/2014/main" id="{54E88A2A-AF04-4795-9C0A-5A250BF3221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ACEA73E4-2299-4632-96BB-2E65D6256A48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noFill/>
          <a:ln w="38100" cmpd="sng">
            <a:solidFill>
              <a:schemeClr val="tx1">
                <a:lumMod val="75000"/>
                <a:lumOff val="25000"/>
                <a:alpha val="0"/>
              </a:schemeClr>
            </a:solidFill>
            <a:extLst>
              <a:ext uri="{C807C97D-BFC1-408E-A445-0C87EB9F89A2}">
                <ask:lineSketchStyleProps xmlns:ask="http://schemas.microsoft.com/office/drawing/2018/sketchyshapes">
                  <ask:type>
                    <ask:lineSketchNone/>
                  </ask:type>
                </ask:lineSketchStyleProps>
              </a:ext>
            </a:extLst>
          </a:ln>
          <a:effectLst>
            <a:softEdge rad="10160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pic>
        <p:nvPicPr>
          <p:cNvPr id="3" name="Image 2">
            <a:extLst>
              <a:ext uri="{FF2B5EF4-FFF2-40B4-BE49-F238E27FC236}">
                <a16:creationId xmlns:a16="http://schemas.microsoft.com/office/drawing/2014/main" id="{DC7E530E-0CEE-07E7-6CC9-2A2B875A4B1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7001852" cy="57348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2161609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 4">
            <a:extLst>
              <a:ext uri="{FF2B5EF4-FFF2-40B4-BE49-F238E27FC236}">
                <a16:creationId xmlns:a16="http://schemas.microsoft.com/office/drawing/2014/main" id="{54E88A2A-AF04-4795-9C0A-5A250BF3221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ACEA73E4-2299-4632-96BB-2E65D6256A48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noFill/>
          <a:ln w="38100" cmpd="sng">
            <a:solidFill>
              <a:schemeClr val="tx1">
                <a:lumMod val="75000"/>
                <a:lumOff val="25000"/>
                <a:alpha val="0"/>
              </a:schemeClr>
            </a:solidFill>
            <a:extLst>
              <a:ext uri="{C807C97D-BFC1-408E-A445-0C87EB9F89A2}">
                <ask:lineSketchStyleProps xmlns:ask="http://schemas.microsoft.com/office/drawing/2018/sketchyshapes">
                  <ask:type>
                    <ask:lineSketchNone/>
                  </ask:type>
                </ask:lineSketchStyleProps>
              </a:ext>
            </a:extLst>
          </a:ln>
          <a:effectLst>
            <a:softEdge rad="10160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pic>
        <p:nvPicPr>
          <p:cNvPr id="3" name="Image 2">
            <a:extLst>
              <a:ext uri="{FF2B5EF4-FFF2-40B4-BE49-F238E27FC236}">
                <a16:creationId xmlns:a16="http://schemas.microsoft.com/office/drawing/2014/main" id="{54C49BA9-626F-D315-951A-6168598AC55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39623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5847507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 4">
            <a:extLst>
              <a:ext uri="{FF2B5EF4-FFF2-40B4-BE49-F238E27FC236}">
                <a16:creationId xmlns:a16="http://schemas.microsoft.com/office/drawing/2014/main" id="{54E88A2A-AF04-4795-9C0A-5A250BF3221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ACEA73E4-2299-4632-96BB-2E65D6256A48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noFill/>
          <a:ln w="38100" cmpd="sng">
            <a:solidFill>
              <a:schemeClr val="tx1">
                <a:lumMod val="75000"/>
                <a:lumOff val="25000"/>
                <a:alpha val="0"/>
              </a:schemeClr>
            </a:solidFill>
            <a:extLst>
              <a:ext uri="{C807C97D-BFC1-408E-A445-0C87EB9F89A2}">
                <ask:lineSketchStyleProps xmlns:ask="http://schemas.microsoft.com/office/drawing/2018/sketchyshapes">
                  <ask:type>
                    <ask:lineSketchNone/>
                  </ask:type>
                </ask:lineSketchStyleProps>
              </a:ext>
            </a:extLst>
          </a:ln>
          <a:effectLst>
            <a:softEdge rad="10160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pic>
        <p:nvPicPr>
          <p:cNvPr id="3" name="Image 2">
            <a:extLst>
              <a:ext uri="{FF2B5EF4-FFF2-40B4-BE49-F238E27FC236}">
                <a16:creationId xmlns:a16="http://schemas.microsoft.com/office/drawing/2014/main" id="{387DF78F-A8C1-E90D-A228-51F421CE9FD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7173326" cy="42011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6976592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 4">
            <a:extLst>
              <a:ext uri="{FF2B5EF4-FFF2-40B4-BE49-F238E27FC236}">
                <a16:creationId xmlns:a16="http://schemas.microsoft.com/office/drawing/2014/main" id="{54E88A2A-AF04-4795-9C0A-5A250BF3221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ACEA73E4-2299-4632-96BB-2E65D6256A48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noFill/>
          <a:ln w="38100" cmpd="sng">
            <a:solidFill>
              <a:schemeClr val="tx1">
                <a:lumMod val="75000"/>
                <a:lumOff val="25000"/>
                <a:alpha val="0"/>
              </a:schemeClr>
            </a:solidFill>
            <a:extLst>
              <a:ext uri="{C807C97D-BFC1-408E-A445-0C87EB9F89A2}">
                <ask:lineSketchStyleProps xmlns:ask="http://schemas.microsoft.com/office/drawing/2018/sketchyshapes">
                  <ask:type>
                    <ask:lineSketchNone/>
                  </ask:type>
                </ask:lineSketchStyleProps>
              </a:ext>
            </a:extLst>
          </a:ln>
          <a:effectLst>
            <a:softEdge rad="10160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pic>
        <p:nvPicPr>
          <p:cNvPr id="3" name="Image 2">
            <a:extLst>
              <a:ext uri="{FF2B5EF4-FFF2-40B4-BE49-F238E27FC236}">
                <a16:creationId xmlns:a16="http://schemas.microsoft.com/office/drawing/2014/main" id="{EF35A202-3D32-535E-5E3B-A504B8F7F24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102247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9322761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 4">
            <a:extLst>
              <a:ext uri="{FF2B5EF4-FFF2-40B4-BE49-F238E27FC236}">
                <a16:creationId xmlns:a16="http://schemas.microsoft.com/office/drawing/2014/main" id="{54E88A2A-AF04-4795-9C0A-5A250BF3221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ACEA73E4-2299-4632-96BB-2E65D6256A48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noFill/>
          <a:ln w="38100" cmpd="sng">
            <a:solidFill>
              <a:schemeClr val="tx1">
                <a:lumMod val="75000"/>
                <a:lumOff val="25000"/>
                <a:alpha val="0"/>
              </a:schemeClr>
            </a:solidFill>
            <a:extLst>
              <a:ext uri="{C807C97D-BFC1-408E-A445-0C87EB9F89A2}">
                <ask:lineSketchStyleProps xmlns:ask="http://schemas.microsoft.com/office/drawing/2018/sketchyshapes">
                  <ask:type>
                    <ask:lineSketchNone/>
                  </ask:type>
                </ask:lineSketchStyleProps>
              </a:ext>
            </a:extLst>
          </a:ln>
          <a:effectLst>
            <a:softEdge rad="10160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pic>
        <p:nvPicPr>
          <p:cNvPr id="3" name="Image 2">
            <a:extLst>
              <a:ext uri="{FF2B5EF4-FFF2-40B4-BE49-F238E27FC236}">
                <a16:creationId xmlns:a16="http://schemas.microsoft.com/office/drawing/2014/main" id="{F0CF0A2C-F94E-95FD-3D61-9764F36FCDA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21289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2564966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 4">
            <a:extLst>
              <a:ext uri="{FF2B5EF4-FFF2-40B4-BE49-F238E27FC236}">
                <a16:creationId xmlns:a16="http://schemas.microsoft.com/office/drawing/2014/main" id="{54E88A2A-AF04-4795-9C0A-5A250BF3221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ACEA73E4-2299-4632-96BB-2E65D6256A48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noFill/>
          <a:ln w="38100" cmpd="sng">
            <a:solidFill>
              <a:schemeClr val="tx1">
                <a:lumMod val="75000"/>
                <a:lumOff val="25000"/>
                <a:alpha val="0"/>
              </a:schemeClr>
            </a:solidFill>
            <a:extLst>
              <a:ext uri="{C807C97D-BFC1-408E-A445-0C87EB9F89A2}">
                <ask:lineSketchStyleProps xmlns:ask="http://schemas.microsoft.com/office/drawing/2018/sketchyshapes">
                  <ask:type>
                    <ask:lineSketchNone/>
                  </ask:type>
                </ask:lineSketchStyleProps>
              </a:ext>
            </a:extLst>
          </a:ln>
          <a:effectLst>
            <a:softEdge rad="10160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pic>
        <p:nvPicPr>
          <p:cNvPr id="3" name="Image 2">
            <a:extLst>
              <a:ext uri="{FF2B5EF4-FFF2-40B4-BE49-F238E27FC236}">
                <a16:creationId xmlns:a16="http://schemas.microsoft.com/office/drawing/2014/main" id="{1E2CF7D6-F593-B62E-52ED-67ED9F7D098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472562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2144364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 4">
            <a:extLst>
              <a:ext uri="{FF2B5EF4-FFF2-40B4-BE49-F238E27FC236}">
                <a16:creationId xmlns:a16="http://schemas.microsoft.com/office/drawing/2014/main" id="{54E88A2A-AF04-4795-9C0A-5A250BF3221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ACEA73E4-2299-4632-96BB-2E65D6256A48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noFill/>
          <a:ln w="38100" cmpd="sng">
            <a:solidFill>
              <a:schemeClr val="tx1">
                <a:lumMod val="75000"/>
                <a:lumOff val="25000"/>
                <a:alpha val="0"/>
              </a:schemeClr>
            </a:solidFill>
            <a:extLst>
              <a:ext uri="{C807C97D-BFC1-408E-A445-0C87EB9F89A2}">
                <ask:lineSketchStyleProps xmlns:ask="http://schemas.microsoft.com/office/drawing/2018/sketchyshapes">
                  <ask:type>
                    <ask:lineSketchNone/>
                  </ask:type>
                </ask:lineSketchStyleProps>
              </a:ext>
            </a:extLst>
          </a:ln>
          <a:effectLst>
            <a:softEdge rad="10160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pic>
        <p:nvPicPr>
          <p:cNvPr id="3" name="Image 2">
            <a:extLst>
              <a:ext uri="{FF2B5EF4-FFF2-40B4-BE49-F238E27FC236}">
                <a16:creationId xmlns:a16="http://schemas.microsoft.com/office/drawing/2014/main" id="{C5870A8C-298C-5D4D-A454-89FC96B17AA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9436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9101438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 4">
            <a:extLst>
              <a:ext uri="{FF2B5EF4-FFF2-40B4-BE49-F238E27FC236}">
                <a16:creationId xmlns:a16="http://schemas.microsoft.com/office/drawing/2014/main" id="{54E88A2A-AF04-4795-9C0A-5A250BF3221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ACEA73E4-2299-4632-96BB-2E65D6256A48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noFill/>
          <a:ln w="38100" cmpd="sng">
            <a:solidFill>
              <a:schemeClr val="tx1">
                <a:lumMod val="75000"/>
                <a:lumOff val="25000"/>
                <a:alpha val="0"/>
              </a:schemeClr>
            </a:solidFill>
            <a:extLst>
              <a:ext uri="{C807C97D-BFC1-408E-A445-0C87EB9F89A2}">
                <ask:lineSketchStyleProps xmlns:ask="http://schemas.microsoft.com/office/drawing/2018/sketchyshapes">
                  <ask:type>
                    <ask:lineSketchNone/>
                  </ask:type>
                </ask:lineSketchStyleProps>
              </a:ext>
            </a:extLst>
          </a:ln>
          <a:effectLst>
            <a:softEdge rad="10160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pic>
        <p:nvPicPr>
          <p:cNvPr id="3" name="Image 2">
            <a:extLst>
              <a:ext uri="{FF2B5EF4-FFF2-40B4-BE49-F238E27FC236}">
                <a16:creationId xmlns:a16="http://schemas.microsoft.com/office/drawing/2014/main" id="{49D15898-B7BD-C92E-2B63-FA21C37054A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637233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6448170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 4">
            <a:extLst>
              <a:ext uri="{FF2B5EF4-FFF2-40B4-BE49-F238E27FC236}">
                <a16:creationId xmlns:a16="http://schemas.microsoft.com/office/drawing/2014/main" id="{54E88A2A-AF04-4795-9C0A-5A250BF3221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ACEA73E4-2299-4632-96BB-2E65D6256A48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noFill/>
          <a:ln w="38100" cmpd="sng">
            <a:solidFill>
              <a:schemeClr val="tx1">
                <a:lumMod val="75000"/>
                <a:lumOff val="25000"/>
                <a:alpha val="0"/>
              </a:schemeClr>
            </a:solidFill>
            <a:extLst>
              <a:ext uri="{C807C97D-BFC1-408E-A445-0C87EB9F89A2}">
                <ask:lineSketchStyleProps xmlns:ask="http://schemas.microsoft.com/office/drawing/2018/sketchyshapes">
                  <ask:type>
                    <ask:lineSketchNone/>
                  </ask:type>
                </ask:lineSketchStyleProps>
              </a:ext>
            </a:extLst>
          </a:ln>
          <a:effectLst>
            <a:softEdge rad="10160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2" name="Encre 1">
                <a:extLst>
                  <a:ext uri="{FF2B5EF4-FFF2-40B4-BE49-F238E27FC236}">
                    <a16:creationId xmlns:a16="http://schemas.microsoft.com/office/drawing/2014/main" id="{6C53430C-7DE2-8B70-ED49-CC59CF5392CD}"/>
                  </a:ext>
                </a:extLst>
              </p14:cNvPr>
              <p14:cNvContentPartPr/>
              <p14:nvPr/>
            </p14:nvContentPartPr>
            <p14:xfrm>
              <a:off x="1659284" y="2592971"/>
              <a:ext cx="12600" cy="19080"/>
            </p14:xfrm>
          </p:contentPart>
        </mc:Choice>
        <mc:Fallback xmlns="">
          <p:pic>
            <p:nvPicPr>
              <p:cNvPr id="2" name="Encre 1">
                <a:extLst>
                  <a:ext uri="{FF2B5EF4-FFF2-40B4-BE49-F238E27FC236}">
                    <a16:creationId xmlns:a16="http://schemas.microsoft.com/office/drawing/2014/main" id="{6C53430C-7DE2-8B70-ED49-CC59CF5392CD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650284" y="2584331"/>
                <a:ext cx="30240" cy="36720"/>
              </a:xfrm>
              <a:prstGeom prst="rect">
                <a:avLst/>
              </a:prstGeom>
            </p:spPr>
          </p:pic>
        </mc:Fallback>
      </mc:AlternateContent>
      <p:pic>
        <p:nvPicPr>
          <p:cNvPr id="4" name="Image 3">
            <a:extLst>
              <a:ext uri="{FF2B5EF4-FFF2-40B4-BE49-F238E27FC236}">
                <a16:creationId xmlns:a16="http://schemas.microsoft.com/office/drawing/2014/main" id="{40F8FE81-9883-B478-1751-A8787A1BE1D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0"/>
            <a:ext cx="6786377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353346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 4">
            <a:extLst>
              <a:ext uri="{FF2B5EF4-FFF2-40B4-BE49-F238E27FC236}">
                <a16:creationId xmlns:a16="http://schemas.microsoft.com/office/drawing/2014/main" id="{54E88A2A-AF04-4795-9C0A-5A250BF3221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ACEA73E4-2299-4632-96BB-2E65D6256A48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noFill/>
          <a:ln w="38100" cmpd="sng">
            <a:solidFill>
              <a:schemeClr val="tx1">
                <a:lumMod val="75000"/>
                <a:lumOff val="25000"/>
                <a:alpha val="0"/>
              </a:schemeClr>
            </a:solidFill>
            <a:extLst>
              <a:ext uri="{C807C97D-BFC1-408E-A445-0C87EB9F89A2}">
                <ask:lineSketchStyleProps xmlns:ask="http://schemas.microsoft.com/office/drawing/2018/sketchyshapes">
                  <ask:type>
                    <ask:lineSketchNone/>
                  </ask:type>
                </ask:lineSketchStyleProps>
              </a:ext>
            </a:extLst>
          </a:ln>
          <a:effectLst>
            <a:softEdge rad="10160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pic>
        <p:nvPicPr>
          <p:cNvPr id="3" name="Image 2">
            <a:extLst>
              <a:ext uri="{FF2B5EF4-FFF2-40B4-BE49-F238E27FC236}">
                <a16:creationId xmlns:a16="http://schemas.microsoft.com/office/drawing/2014/main" id="{29FB5B9D-9BF0-4922-7ADF-5F8017E6369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7030431" cy="52204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72002351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 4">
            <a:extLst>
              <a:ext uri="{FF2B5EF4-FFF2-40B4-BE49-F238E27FC236}">
                <a16:creationId xmlns:a16="http://schemas.microsoft.com/office/drawing/2014/main" id="{54E88A2A-AF04-4795-9C0A-5A250BF3221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ACEA73E4-2299-4632-96BB-2E65D6256A48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noFill/>
          <a:ln w="38100" cmpd="sng">
            <a:solidFill>
              <a:schemeClr val="tx1">
                <a:lumMod val="75000"/>
                <a:lumOff val="25000"/>
                <a:alpha val="0"/>
              </a:schemeClr>
            </a:solidFill>
            <a:extLst>
              <a:ext uri="{C807C97D-BFC1-408E-A445-0C87EB9F89A2}">
                <ask:lineSketchStyleProps xmlns:ask="http://schemas.microsoft.com/office/drawing/2018/sketchyshapes">
                  <ask:type>
                    <ask:lineSketchNone/>
                  </ask:type>
                </ask:lineSketchStyleProps>
              </a:ext>
            </a:extLst>
          </a:ln>
          <a:effectLst>
            <a:softEdge rad="10160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pic>
        <p:nvPicPr>
          <p:cNvPr id="3" name="Image 2">
            <a:extLst>
              <a:ext uri="{FF2B5EF4-FFF2-40B4-BE49-F238E27FC236}">
                <a16:creationId xmlns:a16="http://schemas.microsoft.com/office/drawing/2014/main" id="{4273C121-DC6C-58D3-FC3B-B79823330FB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30181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1775545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 4">
            <a:extLst>
              <a:ext uri="{FF2B5EF4-FFF2-40B4-BE49-F238E27FC236}">
                <a16:creationId xmlns:a16="http://schemas.microsoft.com/office/drawing/2014/main" id="{54E88A2A-AF04-4795-9C0A-5A250BF3221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ACEA73E4-2299-4632-96BB-2E65D6256A48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noFill/>
          <a:ln w="38100" cmpd="sng">
            <a:solidFill>
              <a:schemeClr val="tx1">
                <a:lumMod val="75000"/>
                <a:lumOff val="25000"/>
                <a:alpha val="0"/>
              </a:schemeClr>
            </a:solidFill>
            <a:extLst>
              <a:ext uri="{C807C97D-BFC1-408E-A445-0C87EB9F89A2}">
                <ask:lineSketchStyleProps xmlns:ask="http://schemas.microsoft.com/office/drawing/2018/sketchyshapes">
                  <ask:type>
                    <ask:lineSketchNone/>
                  </ask:type>
                </ask:lineSketchStyleProps>
              </a:ext>
            </a:extLst>
          </a:ln>
          <a:effectLst>
            <a:softEdge rad="10160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pic>
        <p:nvPicPr>
          <p:cNvPr id="3" name="Image 2">
            <a:extLst>
              <a:ext uri="{FF2B5EF4-FFF2-40B4-BE49-F238E27FC236}">
                <a16:creationId xmlns:a16="http://schemas.microsoft.com/office/drawing/2014/main" id="{DBD43D6B-6D0E-013B-767E-7672549EA16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642993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58011515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 4">
            <a:extLst>
              <a:ext uri="{FF2B5EF4-FFF2-40B4-BE49-F238E27FC236}">
                <a16:creationId xmlns:a16="http://schemas.microsoft.com/office/drawing/2014/main" id="{54E88A2A-AF04-4795-9C0A-5A250BF3221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ACEA73E4-2299-4632-96BB-2E65D6256A48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noFill/>
          <a:ln w="38100" cmpd="sng">
            <a:solidFill>
              <a:schemeClr val="tx1">
                <a:lumMod val="75000"/>
                <a:lumOff val="25000"/>
                <a:alpha val="0"/>
              </a:schemeClr>
            </a:solidFill>
            <a:extLst>
              <a:ext uri="{C807C97D-BFC1-408E-A445-0C87EB9F89A2}">
                <ask:lineSketchStyleProps xmlns:ask="http://schemas.microsoft.com/office/drawing/2018/sketchyshapes">
                  <ask:type>
                    <ask:lineSketchNone/>
                  </ask:type>
                </ask:lineSketchStyleProps>
              </a:ext>
            </a:extLst>
          </a:ln>
          <a:effectLst>
            <a:softEdge rad="10160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pic>
        <p:nvPicPr>
          <p:cNvPr id="3" name="Image 2">
            <a:extLst>
              <a:ext uri="{FF2B5EF4-FFF2-40B4-BE49-F238E27FC236}">
                <a16:creationId xmlns:a16="http://schemas.microsoft.com/office/drawing/2014/main" id="{C79DBF2A-C79E-E27E-81F9-22DD80A8F96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6801799" cy="44773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05013660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 4">
            <a:extLst>
              <a:ext uri="{FF2B5EF4-FFF2-40B4-BE49-F238E27FC236}">
                <a16:creationId xmlns:a16="http://schemas.microsoft.com/office/drawing/2014/main" id="{54E88A2A-AF04-4795-9C0A-5A250BF3221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ACEA73E4-2299-4632-96BB-2E65D6256A48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noFill/>
          <a:ln w="38100" cmpd="sng">
            <a:solidFill>
              <a:schemeClr val="tx1">
                <a:lumMod val="75000"/>
                <a:lumOff val="25000"/>
                <a:alpha val="0"/>
              </a:schemeClr>
            </a:solidFill>
            <a:extLst>
              <a:ext uri="{C807C97D-BFC1-408E-A445-0C87EB9F89A2}">
                <ask:lineSketchStyleProps xmlns:ask="http://schemas.microsoft.com/office/drawing/2018/sketchyshapes">
                  <ask:type>
                    <ask:lineSketchNone/>
                  </ask:type>
                </ask:lineSketchStyleProps>
              </a:ext>
            </a:extLst>
          </a:ln>
          <a:effectLst>
            <a:softEdge rad="10160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513089263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 4">
            <a:extLst>
              <a:ext uri="{FF2B5EF4-FFF2-40B4-BE49-F238E27FC236}">
                <a16:creationId xmlns:a16="http://schemas.microsoft.com/office/drawing/2014/main" id="{54E88A2A-AF04-4795-9C0A-5A250BF3221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ACEA73E4-2299-4632-96BB-2E65D6256A48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noFill/>
          <a:ln w="38100" cmpd="sng">
            <a:solidFill>
              <a:schemeClr val="tx1">
                <a:lumMod val="75000"/>
                <a:lumOff val="25000"/>
                <a:alpha val="0"/>
              </a:schemeClr>
            </a:solidFill>
            <a:extLst>
              <a:ext uri="{C807C97D-BFC1-408E-A445-0C87EB9F89A2}">
                <ask:lineSketchStyleProps xmlns:ask="http://schemas.microsoft.com/office/drawing/2018/sketchyshapes">
                  <ask:type>
                    <ask:lineSketchNone/>
                  </ask:type>
                </ask:lineSketchStyleProps>
              </a:ext>
            </a:extLst>
          </a:ln>
          <a:effectLst>
            <a:softEdge rad="10160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552267674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202</TotalTime>
  <Words>0</Words>
  <Application>Microsoft Office PowerPoint</Application>
  <PresentationFormat>Grand écran</PresentationFormat>
  <Paragraphs>0</Paragraphs>
  <Slides>31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31</vt:i4>
      </vt:variant>
    </vt:vector>
  </HeadingPairs>
  <TitlesOfParts>
    <vt:vector size="35" baseType="lpstr">
      <vt:lpstr>Arial</vt:lpstr>
      <vt:lpstr>Calibri</vt:lpstr>
      <vt:lpstr>Calibri Light</vt:lpstr>
      <vt:lpstr>Thème Office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Présentation PowerPoint</dc:title>
  <dc:creator>Bertrand PELLETIER</dc:creator>
  <cp:lastModifiedBy>Bertrand PELLETIER</cp:lastModifiedBy>
  <cp:revision>10</cp:revision>
  <dcterms:created xsi:type="dcterms:W3CDTF">2021-09-09T12:42:34Z</dcterms:created>
  <dcterms:modified xsi:type="dcterms:W3CDTF">2023-05-24T17:03:25Z</dcterms:modified>
</cp:coreProperties>
</file>