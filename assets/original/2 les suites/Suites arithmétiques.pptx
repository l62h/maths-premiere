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76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rand PELLETIER" userId="94262569-a039-4c52-809e-e5d17b830035" providerId="ADAL" clId="{3E081104-067E-42CF-A285-D0444F8EE0E8}"/>
    <pc:docChg chg="custSel addSld modSld">
      <pc:chgData name="Bertrand PELLETIER" userId="94262569-a039-4c52-809e-e5d17b830035" providerId="ADAL" clId="{3E081104-067E-42CF-A285-D0444F8EE0E8}" dt="2021-01-15T06:43:36.417" v="75" actId="14100"/>
      <pc:docMkLst>
        <pc:docMk/>
      </pc:docMkLst>
      <pc:sldChg chg="addSp delSp modSp mod">
        <pc:chgData name="Bertrand PELLETIER" userId="94262569-a039-4c52-809e-e5d17b830035" providerId="ADAL" clId="{3E081104-067E-42CF-A285-D0444F8EE0E8}" dt="2021-01-15T06:35:52.519" v="7" actId="962"/>
        <pc:sldMkLst>
          <pc:docMk/>
          <pc:sldMk cId="3870794378" sldId="256"/>
        </pc:sldMkLst>
        <pc:picChg chg="del">
          <ac:chgData name="Bertrand PELLETIER" userId="94262569-a039-4c52-809e-e5d17b830035" providerId="ADAL" clId="{3E081104-067E-42CF-A285-D0444F8EE0E8}" dt="2021-01-15T06:35:31.086" v="0" actId="478"/>
          <ac:picMkLst>
            <pc:docMk/>
            <pc:sldMk cId="3870794378" sldId="256"/>
            <ac:picMk id="3" creationId="{95328576-27F1-4291-9165-F71285205F90}"/>
          </ac:picMkLst>
        </pc:picChg>
        <pc:picChg chg="add mod">
          <ac:chgData name="Bertrand PELLETIER" userId="94262569-a039-4c52-809e-e5d17b830035" providerId="ADAL" clId="{3E081104-067E-42CF-A285-D0444F8EE0E8}" dt="2021-01-15T06:35:52.519" v="7" actId="962"/>
          <ac:picMkLst>
            <pc:docMk/>
            <pc:sldMk cId="3870794378" sldId="256"/>
            <ac:picMk id="4" creationId="{A2F9F896-0DE8-4A54-9F35-B1C883930474}"/>
          </ac:picMkLst>
        </pc:picChg>
      </pc:sldChg>
      <pc:sldChg chg="addSp delSp modSp mod">
        <pc:chgData name="Bertrand PELLETIER" userId="94262569-a039-4c52-809e-e5d17b830035" providerId="ADAL" clId="{3E081104-067E-42CF-A285-D0444F8EE0E8}" dt="2021-01-15T06:36:21.376" v="12" actId="1076"/>
        <pc:sldMkLst>
          <pc:docMk/>
          <pc:sldMk cId="3855132554" sldId="258"/>
        </pc:sldMkLst>
        <pc:picChg chg="del">
          <ac:chgData name="Bertrand PELLETIER" userId="94262569-a039-4c52-809e-e5d17b830035" providerId="ADAL" clId="{3E081104-067E-42CF-A285-D0444F8EE0E8}" dt="2021-01-15T06:35:32.836" v="1" actId="478"/>
          <ac:picMkLst>
            <pc:docMk/>
            <pc:sldMk cId="3855132554" sldId="258"/>
            <ac:picMk id="3" creationId="{ABCDDE10-B5BC-4EB9-BA9E-566208E9CEF2}"/>
          </ac:picMkLst>
        </pc:picChg>
        <pc:picChg chg="add mod">
          <ac:chgData name="Bertrand PELLETIER" userId="94262569-a039-4c52-809e-e5d17b830035" providerId="ADAL" clId="{3E081104-067E-42CF-A285-D0444F8EE0E8}" dt="2021-01-15T06:36:21.376" v="12" actId="1076"/>
          <ac:picMkLst>
            <pc:docMk/>
            <pc:sldMk cId="3855132554" sldId="258"/>
            <ac:picMk id="4" creationId="{DE3E987A-8032-4FDF-8738-2B1C22527FEF}"/>
          </ac:picMkLst>
        </pc:picChg>
      </pc:sldChg>
      <pc:sldChg chg="addSp delSp modSp mod">
        <pc:chgData name="Bertrand PELLETIER" userId="94262569-a039-4c52-809e-e5d17b830035" providerId="ADAL" clId="{3E081104-067E-42CF-A285-D0444F8EE0E8}" dt="2021-01-15T06:36:35.368" v="16" actId="1076"/>
        <pc:sldMkLst>
          <pc:docMk/>
          <pc:sldMk cId="2570430553" sldId="259"/>
        </pc:sldMkLst>
        <pc:picChg chg="del">
          <ac:chgData name="Bertrand PELLETIER" userId="94262569-a039-4c52-809e-e5d17b830035" providerId="ADAL" clId="{3E081104-067E-42CF-A285-D0444F8EE0E8}" dt="2021-01-15T06:35:34.533" v="2" actId="478"/>
          <ac:picMkLst>
            <pc:docMk/>
            <pc:sldMk cId="2570430553" sldId="259"/>
            <ac:picMk id="3" creationId="{25809A36-3E80-4B55-B79E-94B40D9A6CB2}"/>
          </ac:picMkLst>
        </pc:picChg>
        <pc:picChg chg="add mod">
          <ac:chgData name="Bertrand PELLETIER" userId="94262569-a039-4c52-809e-e5d17b830035" providerId="ADAL" clId="{3E081104-067E-42CF-A285-D0444F8EE0E8}" dt="2021-01-15T06:36:35.368" v="16" actId="1076"/>
          <ac:picMkLst>
            <pc:docMk/>
            <pc:sldMk cId="2570430553" sldId="259"/>
            <ac:picMk id="4" creationId="{E1B34DE8-4EFE-4722-A8EF-4CC440062D7A}"/>
          </ac:picMkLst>
        </pc:picChg>
      </pc:sldChg>
      <pc:sldChg chg="addSp delSp modSp mod">
        <pc:chgData name="Bertrand PELLETIER" userId="94262569-a039-4c52-809e-e5d17b830035" providerId="ADAL" clId="{3E081104-067E-42CF-A285-D0444F8EE0E8}" dt="2021-01-15T06:36:58.047" v="20" actId="1076"/>
        <pc:sldMkLst>
          <pc:docMk/>
          <pc:sldMk cId="1780215568" sldId="260"/>
        </pc:sldMkLst>
        <pc:picChg chg="del">
          <ac:chgData name="Bertrand PELLETIER" userId="94262569-a039-4c52-809e-e5d17b830035" providerId="ADAL" clId="{3E081104-067E-42CF-A285-D0444F8EE0E8}" dt="2021-01-15T06:35:36.067" v="3" actId="478"/>
          <ac:picMkLst>
            <pc:docMk/>
            <pc:sldMk cId="1780215568" sldId="260"/>
            <ac:picMk id="3" creationId="{35A27A37-32A4-4241-ACC8-B7DCE70A9346}"/>
          </ac:picMkLst>
        </pc:picChg>
        <pc:picChg chg="add mod">
          <ac:chgData name="Bertrand PELLETIER" userId="94262569-a039-4c52-809e-e5d17b830035" providerId="ADAL" clId="{3E081104-067E-42CF-A285-D0444F8EE0E8}" dt="2021-01-15T06:36:58.047" v="20" actId="1076"/>
          <ac:picMkLst>
            <pc:docMk/>
            <pc:sldMk cId="1780215568" sldId="260"/>
            <ac:picMk id="4" creationId="{54FB5C60-9C85-4AB7-BEE1-A7D82AB0BE2B}"/>
          </ac:picMkLst>
        </pc:picChg>
      </pc:sldChg>
      <pc:sldChg chg="addSp modSp mod">
        <pc:chgData name="Bertrand PELLETIER" userId="94262569-a039-4c52-809e-e5d17b830035" providerId="ADAL" clId="{3E081104-067E-42CF-A285-D0444F8EE0E8}" dt="2021-01-15T06:37:20.712" v="25" actId="1076"/>
        <pc:sldMkLst>
          <pc:docMk/>
          <pc:sldMk cId="3075311553" sldId="261"/>
        </pc:sldMkLst>
        <pc:picChg chg="add mod">
          <ac:chgData name="Bertrand PELLETIER" userId="94262569-a039-4c52-809e-e5d17b830035" providerId="ADAL" clId="{3E081104-067E-42CF-A285-D0444F8EE0E8}" dt="2021-01-15T06:37:20.712" v="25" actId="1076"/>
          <ac:picMkLst>
            <pc:docMk/>
            <pc:sldMk cId="3075311553" sldId="261"/>
            <ac:picMk id="3" creationId="{31290E7F-6B72-46E5-AC1F-EBC5D5C19B97}"/>
          </ac:picMkLst>
        </pc:picChg>
      </pc:sldChg>
      <pc:sldChg chg="addSp modSp add mod">
        <pc:chgData name="Bertrand PELLETIER" userId="94262569-a039-4c52-809e-e5d17b830035" providerId="ADAL" clId="{3E081104-067E-42CF-A285-D0444F8EE0E8}" dt="2021-01-15T06:37:37.591" v="29" actId="1076"/>
        <pc:sldMkLst>
          <pc:docMk/>
          <pc:sldMk cId="1037903003" sldId="262"/>
        </pc:sldMkLst>
        <pc:picChg chg="add mod">
          <ac:chgData name="Bertrand PELLETIER" userId="94262569-a039-4c52-809e-e5d17b830035" providerId="ADAL" clId="{3E081104-067E-42CF-A285-D0444F8EE0E8}" dt="2021-01-15T06:37:37.591" v="29" actId="1076"/>
          <ac:picMkLst>
            <pc:docMk/>
            <pc:sldMk cId="1037903003" sldId="262"/>
            <ac:picMk id="3" creationId="{6F6E4CE8-9A08-4FAA-BE6F-F67B8D252539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37:54" v="33" actId="1076"/>
        <pc:sldMkLst>
          <pc:docMk/>
          <pc:sldMk cId="1827948954" sldId="263"/>
        </pc:sldMkLst>
        <pc:picChg chg="add mod">
          <ac:chgData name="Bertrand PELLETIER" userId="94262569-a039-4c52-809e-e5d17b830035" providerId="ADAL" clId="{3E081104-067E-42CF-A285-D0444F8EE0E8}" dt="2021-01-15T06:37:54" v="33" actId="1076"/>
          <ac:picMkLst>
            <pc:docMk/>
            <pc:sldMk cId="1827948954" sldId="263"/>
            <ac:picMk id="3" creationId="{87813273-8FDA-473D-AB71-A2C3C09A985C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38:13.159" v="37" actId="1076"/>
        <pc:sldMkLst>
          <pc:docMk/>
          <pc:sldMk cId="980072049" sldId="264"/>
        </pc:sldMkLst>
        <pc:picChg chg="add mod">
          <ac:chgData name="Bertrand PELLETIER" userId="94262569-a039-4c52-809e-e5d17b830035" providerId="ADAL" clId="{3E081104-067E-42CF-A285-D0444F8EE0E8}" dt="2021-01-15T06:38:13.159" v="37" actId="1076"/>
          <ac:picMkLst>
            <pc:docMk/>
            <pc:sldMk cId="980072049" sldId="264"/>
            <ac:picMk id="3" creationId="{40F46663-7CC3-4573-B744-83DC994976B5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38:35.912" v="42" actId="1076"/>
        <pc:sldMkLst>
          <pc:docMk/>
          <pc:sldMk cId="174431893" sldId="265"/>
        </pc:sldMkLst>
        <pc:picChg chg="add mod">
          <ac:chgData name="Bertrand PELLETIER" userId="94262569-a039-4c52-809e-e5d17b830035" providerId="ADAL" clId="{3E081104-067E-42CF-A285-D0444F8EE0E8}" dt="2021-01-15T06:38:35.912" v="42" actId="1076"/>
          <ac:picMkLst>
            <pc:docMk/>
            <pc:sldMk cId="174431893" sldId="265"/>
            <ac:picMk id="3" creationId="{E8C646FF-D87F-4B68-BA2C-C8331467ECBC}"/>
          </ac:picMkLst>
        </pc:picChg>
      </pc:sldChg>
      <pc:sldChg chg="addSp modSp add mod">
        <pc:chgData name="Bertrand PELLETIER" userId="94262569-a039-4c52-809e-e5d17b830035" providerId="ADAL" clId="{3E081104-067E-42CF-A285-D0444F8EE0E8}" dt="2021-01-15T06:38:58.371" v="46" actId="962"/>
        <pc:sldMkLst>
          <pc:docMk/>
          <pc:sldMk cId="3870184766" sldId="266"/>
        </pc:sldMkLst>
        <pc:picChg chg="add mod">
          <ac:chgData name="Bertrand PELLETIER" userId="94262569-a039-4c52-809e-e5d17b830035" providerId="ADAL" clId="{3E081104-067E-42CF-A285-D0444F8EE0E8}" dt="2021-01-15T06:38:58.371" v="46" actId="962"/>
          <ac:picMkLst>
            <pc:docMk/>
            <pc:sldMk cId="3870184766" sldId="266"/>
            <ac:picMk id="3" creationId="{F1FD26C7-CED3-4E6E-9AC1-FEA7DF148583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40:00.751" v="51" actId="1076"/>
        <pc:sldMkLst>
          <pc:docMk/>
          <pc:sldMk cId="2663594474" sldId="267"/>
        </pc:sldMkLst>
        <pc:picChg chg="add mod">
          <ac:chgData name="Bertrand PELLETIER" userId="94262569-a039-4c52-809e-e5d17b830035" providerId="ADAL" clId="{3E081104-067E-42CF-A285-D0444F8EE0E8}" dt="2021-01-15T06:40:00.751" v="51" actId="1076"/>
          <ac:picMkLst>
            <pc:docMk/>
            <pc:sldMk cId="2663594474" sldId="267"/>
            <ac:picMk id="3" creationId="{2C20E2F8-4C7B-43F3-81D4-8BAFA0E1D4FB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41:03.710" v="54" actId="14100"/>
        <pc:sldMkLst>
          <pc:docMk/>
          <pc:sldMk cId="3242455835" sldId="268"/>
        </pc:sldMkLst>
        <pc:picChg chg="add mod">
          <ac:chgData name="Bertrand PELLETIER" userId="94262569-a039-4c52-809e-e5d17b830035" providerId="ADAL" clId="{3E081104-067E-42CF-A285-D0444F8EE0E8}" dt="2021-01-15T06:41:03.710" v="54" actId="14100"/>
          <ac:picMkLst>
            <pc:docMk/>
            <pc:sldMk cId="3242455835" sldId="268"/>
            <ac:picMk id="3" creationId="{B10548F6-649B-4B39-A45C-B9E79AD43F22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41:46.561" v="60" actId="1076"/>
        <pc:sldMkLst>
          <pc:docMk/>
          <pc:sldMk cId="1864483869" sldId="269"/>
        </pc:sldMkLst>
        <pc:picChg chg="add mod">
          <ac:chgData name="Bertrand PELLETIER" userId="94262569-a039-4c52-809e-e5d17b830035" providerId="ADAL" clId="{3E081104-067E-42CF-A285-D0444F8EE0E8}" dt="2021-01-15T06:41:46.561" v="60" actId="1076"/>
          <ac:picMkLst>
            <pc:docMk/>
            <pc:sldMk cId="1864483869" sldId="269"/>
            <ac:picMk id="3" creationId="{80D5ADD6-8C8C-477A-97CA-C62ADE71A33F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42:17.961" v="65" actId="14100"/>
        <pc:sldMkLst>
          <pc:docMk/>
          <pc:sldMk cId="3426337429" sldId="270"/>
        </pc:sldMkLst>
        <pc:picChg chg="add mod">
          <ac:chgData name="Bertrand PELLETIER" userId="94262569-a039-4c52-809e-e5d17b830035" providerId="ADAL" clId="{3E081104-067E-42CF-A285-D0444F8EE0E8}" dt="2021-01-15T06:42:17.961" v="65" actId="14100"/>
          <ac:picMkLst>
            <pc:docMk/>
            <pc:sldMk cId="3426337429" sldId="270"/>
            <ac:picMk id="3" creationId="{C9BAE1A8-A749-4C3D-86B8-3AF56D28485D}"/>
          </ac:picMkLst>
        </pc:picChg>
      </pc:sldChg>
      <pc:sldChg chg="addSp modSp add mod">
        <pc:chgData name="Bertrand PELLETIER" userId="94262569-a039-4c52-809e-e5d17b830035" providerId="ADAL" clId="{3E081104-067E-42CF-A285-D0444F8EE0E8}" dt="2021-01-15T06:42:54.744" v="70" actId="14100"/>
        <pc:sldMkLst>
          <pc:docMk/>
          <pc:sldMk cId="607430550" sldId="271"/>
        </pc:sldMkLst>
        <pc:picChg chg="add mod">
          <ac:chgData name="Bertrand PELLETIER" userId="94262569-a039-4c52-809e-e5d17b830035" providerId="ADAL" clId="{3E081104-067E-42CF-A285-D0444F8EE0E8}" dt="2021-01-15T06:42:54.744" v="70" actId="14100"/>
          <ac:picMkLst>
            <pc:docMk/>
            <pc:sldMk cId="607430550" sldId="271"/>
            <ac:picMk id="3" creationId="{A410128C-74D8-4582-B413-C70F4A7D19E8}"/>
          </ac:picMkLst>
        </pc:picChg>
      </pc:sldChg>
      <pc:sldChg chg="addSp modSp add mod replId">
        <pc:chgData name="Bertrand PELLETIER" userId="94262569-a039-4c52-809e-e5d17b830035" providerId="ADAL" clId="{3E081104-067E-42CF-A285-D0444F8EE0E8}" dt="2021-01-15T06:43:36.417" v="75" actId="14100"/>
        <pc:sldMkLst>
          <pc:docMk/>
          <pc:sldMk cId="1822473621" sldId="272"/>
        </pc:sldMkLst>
        <pc:picChg chg="add mod">
          <ac:chgData name="Bertrand PELLETIER" userId="94262569-a039-4c52-809e-e5d17b830035" providerId="ADAL" clId="{3E081104-067E-42CF-A285-D0444F8EE0E8}" dt="2021-01-15T06:43:36.417" v="75" actId="14100"/>
          <ac:picMkLst>
            <pc:docMk/>
            <pc:sldMk cId="1822473621" sldId="272"/>
            <ac:picMk id="3" creationId="{9CA2D4FF-1EF7-460B-85E8-242BA96D6D9A}"/>
          </ac:picMkLst>
        </pc:picChg>
      </pc:sldChg>
      <pc:sldChg chg="add replId">
        <pc:chgData name="Bertrand PELLETIER" userId="94262569-a039-4c52-809e-e5d17b830035" providerId="ADAL" clId="{3E081104-067E-42CF-A285-D0444F8EE0E8}" dt="2021-01-15T06:39:03.495" v="47" actId="2890"/>
        <pc:sldMkLst>
          <pc:docMk/>
          <pc:sldMk cId="3520305156" sldId="273"/>
        </pc:sldMkLst>
      </pc:sldChg>
      <pc:sldChg chg="add replId">
        <pc:chgData name="Bertrand PELLETIER" userId="94262569-a039-4c52-809e-e5d17b830035" providerId="ADAL" clId="{3E081104-067E-42CF-A285-D0444F8EE0E8}" dt="2021-01-15T06:39:03.495" v="47" actId="2890"/>
        <pc:sldMkLst>
          <pc:docMk/>
          <pc:sldMk cId="3902602705" sldId="274"/>
        </pc:sldMkLst>
      </pc:sldChg>
    </pc:docChg>
  </pc:docChgLst>
  <pc:docChgLst>
    <pc:chgData name="Bertrand PELLETIER" userId="94262569-a039-4c52-809e-e5d17b830035" providerId="ADAL" clId="{D7CD0E01-C3C0-4B7B-BC0E-2D45102C1D3D}"/>
    <pc:docChg chg="custSel modSld">
      <pc:chgData name="Bertrand PELLETIER" userId="94262569-a039-4c52-809e-e5d17b830035" providerId="ADAL" clId="{D7CD0E01-C3C0-4B7B-BC0E-2D45102C1D3D}" dt="2020-11-05T11:10:11.337" v="73" actId="478"/>
      <pc:docMkLst>
        <pc:docMk/>
      </pc:docMkLst>
      <pc:sldChg chg="addSp delSp modSp mod">
        <pc:chgData name="Bertrand PELLETIER" userId="94262569-a039-4c52-809e-e5d17b830035" providerId="ADAL" clId="{D7CD0E01-C3C0-4B7B-BC0E-2D45102C1D3D}" dt="2020-11-05T11:10:11.337" v="73" actId="478"/>
        <pc:sldMkLst>
          <pc:docMk/>
          <pc:sldMk cId="3870794378" sldId="256"/>
        </pc:sldMkLst>
        <pc:spChg chg="add del mod">
          <ac:chgData name="Bertrand PELLETIER" userId="94262569-a039-4c52-809e-e5d17b830035" providerId="ADAL" clId="{D7CD0E01-C3C0-4B7B-BC0E-2D45102C1D3D}" dt="2020-11-05T11:10:11.337" v="73" actId="478"/>
          <ac:spMkLst>
            <pc:docMk/>
            <pc:sldMk cId="3870794378" sldId="256"/>
            <ac:spMk id="6" creationId="{AAEB34A0-5599-4E4E-91B3-10044E487D67}"/>
          </ac:spMkLst>
        </pc:spChg>
        <pc:picChg chg="mod">
          <ac:chgData name="Bertrand PELLETIER" userId="94262569-a039-4c52-809e-e5d17b830035" providerId="ADAL" clId="{D7CD0E01-C3C0-4B7B-BC0E-2D45102C1D3D}" dt="2020-11-05T11:09:10.536" v="71" actId="29295"/>
          <ac:picMkLst>
            <pc:docMk/>
            <pc:sldMk cId="3870794378" sldId="256"/>
            <ac:picMk id="5" creationId="{571E386B-E53F-4119-A7A8-4C5361CA6ACC}"/>
          </ac:picMkLst>
        </pc:picChg>
      </pc:sldChg>
    </pc:docChg>
  </pc:docChgLst>
  <pc:docChgLst>
    <pc:chgData name="Bertrand PELLETIER" userId="94262569-a039-4c52-809e-e5d17b830035" providerId="ADAL" clId="{9B52E327-A72B-4327-9920-422A7634F57C}"/>
    <pc:docChg chg="addSld modSld sldOrd">
      <pc:chgData name="Bertrand PELLETIER" userId="94262569-a039-4c52-809e-e5d17b830035" providerId="ADAL" clId="{9B52E327-A72B-4327-9920-422A7634F57C}" dt="2020-11-05T11:44:05.288" v="27" actId="1076"/>
      <pc:docMkLst>
        <pc:docMk/>
      </pc:docMkLst>
      <pc:sldChg chg="addSp modSp mod">
        <pc:chgData name="Bertrand PELLETIER" userId="94262569-a039-4c52-809e-e5d17b830035" providerId="ADAL" clId="{9B52E327-A72B-4327-9920-422A7634F57C}" dt="2020-11-05T11:43:49.679" v="22" actId="1076"/>
        <pc:sldMkLst>
          <pc:docMk/>
          <pc:sldMk cId="3870794378" sldId="256"/>
        </pc:sldMkLst>
        <pc:picChg chg="add mod">
          <ac:chgData name="Bertrand PELLETIER" userId="94262569-a039-4c52-809e-e5d17b830035" providerId="ADAL" clId="{9B52E327-A72B-4327-9920-422A7634F57C}" dt="2020-11-05T11:43:49.679" v="22" actId="1076"/>
          <ac:picMkLst>
            <pc:docMk/>
            <pc:sldMk cId="3870794378" sldId="256"/>
            <ac:picMk id="3" creationId="{95328576-27F1-4291-9165-F71285205F90}"/>
          </ac:picMkLst>
        </pc:picChg>
      </pc:sldChg>
      <pc:sldChg chg="add ord">
        <pc:chgData name="Bertrand PELLETIER" userId="94262569-a039-4c52-809e-e5d17b830035" providerId="ADAL" clId="{9B52E327-A72B-4327-9920-422A7634F57C}" dt="2020-11-05T11:41:24.217" v="7"/>
        <pc:sldMkLst>
          <pc:docMk/>
          <pc:sldMk cId="214488464" sldId="257"/>
        </pc:sldMkLst>
      </pc:sldChg>
      <pc:sldChg chg="addSp modSp add mod">
        <pc:chgData name="Bertrand PELLETIER" userId="94262569-a039-4c52-809e-e5d17b830035" providerId="ADAL" clId="{9B52E327-A72B-4327-9920-422A7634F57C}" dt="2020-11-05T11:43:57.287" v="25" actId="1076"/>
        <pc:sldMkLst>
          <pc:docMk/>
          <pc:sldMk cId="3855132554" sldId="258"/>
        </pc:sldMkLst>
        <pc:picChg chg="add mod">
          <ac:chgData name="Bertrand PELLETIER" userId="94262569-a039-4c52-809e-e5d17b830035" providerId="ADAL" clId="{9B52E327-A72B-4327-9920-422A7634F57C}" dt="2020-11-05T11:43:57.287" v="25" actId="1076"/>
          <ac:picMkLst>
            <pc:docMk/>
            <pc:sldMk cId="3855132554" sldId="258"/>
            <ac:picMk id="3" creationId="{ABCDDE10-B5BC-4EB9-BA9E-566208E9CEF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0.142" v="26" actId="1076"/>
        <pc:sldMkLst>
          <pc:docMk/>
          <pc:sldMk cId="2570430553" sldId="259"/>
        </pc:sldMkLst>
        <pc:picChg chg="add mod">
          <ac:chgData name="Bertrand PELLETIER" userId="94262569-a039-4c52-809e-e5d17b830035" providerId="ADAL" clId="{9B52E327-A72B-4327-9920-422A7634F57C}" dt="2020-11-05T11:44:00.142" v="26" actId="1076"/>
          <ac:picMkLst>
            <pc:docMk/>
            <pc:sldMk cId="2570430553" sldId="259"/>
            <ac:picMk id="3" creationId="{25809A36-3E80-4B55-B79E-94B40D9A6CB2}"/>
          </ac:picMkLst>
        </pc:picChg>
      </pc:sldChg>
      <pc:sldChg chg="addSp modSp add mod">
        <pc:chgData name="Bertrand PELLETIER" userId="94262569-a039-4c52-809e-e5d17b830035" providerId="ADAL" clId="{9B52E327-A72B-4327-9920-422A7634F57C}" dt="2020-11-05T11:44:05.288" v="27" actId="1076"/>
        <pc:sldMkLst>
          <pc:docMk/>
          <pc:sldMk cId="1780215568" sldId="260"/>
        </pc:sldMkLst>
        <pc:picChg chg="add mod">
          <ac:chgData name="Bertrand PELLETIER" userId="94262569-a039-4c52-809e-e5d17b830035" providerId="ADAL" clId="{9B52E327-A72B-4327-9920-422A7634F57C}" dt="2020-11-05T11:44:05.288" v="27" actId="1076"/>
          <ac:picMkLst>
            <pc:docMk/>
            <pc:sldMk cId="1780215568" sldId="260"/>
            <ac:picMk id="3" creationId="{35A27A37-32A4-4241-ACC8-B7DCE70A9346}"/>
          </ac:picMkLst>
        </pc:picChg>
      </pc:sldChg>
      <pc:sldChg chg="add">
        <pc:chgData name="Bertrand PELLETIER" userId="94262569-a039-4c52-809e-e5d17b830035" providerId="ADAL" clId="{9B52E327-A72B-4327-9920-422A7634F57C}" dt="2020-11-05T11:43:00.953" v="14" actId="2890"/>
        <pc:sldMkLst>
          <pc:docMk/>
          <pc:sldMk cId="3075311553" sldId="261"/>
        </pc:sldMkLst>
      </pc:sldChg>
    </pc:docChg>
  </pc:docChgLst>
  <pc:docChgLst>
    <pc:chgData name="Bertrand PELLETIER" userId="94262569-a039-4c52-809e-e5d17b830035" providerId="ADAL" clId="{C7312A47-AC8E-4085-A6FB-FC20C437ECBB}"/>
    <pc:docChg chg="modSld">
      <pc:chgData name="Bertrand PELLETIER" userId="94262569-a039-4c52-809e-e5d17b830035" providerId="ADAL" clId="{C7312A47-AC8E-4085-A6FB-FC20C437ECBB}" dt="2022-01-30T15:02:14.244" v="3" actId="1076"/>
      <pc:docMkLst>
        <pc:docMk/>
      </pc:docMkLst>
      <pc:sldChg chg="addSp modSp mod">
        <pc:chgData name="Bertrand PELLETIER" userId="94262569-a039-4c52-809e-e5d17b830035" providerId="ADAL" clId="{C7312A47-AC8E-4085-A6FB-FC20C437ECBB}" dt="2022-01-30T15:02:14.244" v="3" actId="1076"/>
        <pc:sldMkLst>
          <pc:docMk/>
          <pc:sldMk cId="214488464" sldId="257"/>
        </pc:sldMkLst>
        <pc:picChg chg="add mod">
          <ac:chgData name="Bertrand PELLETIER" userId="94262569-a039-4c52-809e-e5d17b830035" providerId="ADAL" clId="{C7312A47-AC8E-4085-A6FB-FC20C437ECBB}" dt="2022-01-30T15:01:55.628" v="1" actId="1076"/>
          <ac:picMkLst>
            <pc:docMk/>
            <pc:sldMk cId="214488464" sldId="257"/>
            <ac:picMk id="3" creationId="{FC60B749-762D-4C4F-A057-F065BDBB6E7B}"/>
          </ac:picMkLst>
        </pc:picChg>
        <pc:picChg chg="add mod">
          <ac:chgData name="Bertrand PELLETIER" userId="94262569-a039-4c52-809e-e5d17b830035" providerId="ADAL" clId="{C7312A47-AC8E-4085-A6FB-FC20C437ECBB}" dt="2022-01-30T15:02:14.244" v="3" actId="1076"/>
          <ac:picMkLst>
            <pc:docMk/>
            <pc:sldMk cId="214488464" sldId="257"/>
            <ac:picMk id="6" creationId="{F958637D-752A-418D-9F3A-2DB0C0AA5AF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16B945-068B-4B8B-9A85-4ACE4CC37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1AA248C-CF44-4300-9F4C-BA244455A5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E19B87-D8EB-4340-9053-51EF8566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9E265C-5D3C-4419-814F-287761123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0AD4A8-2DA6-49F7-8DED-9BF71B97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19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8E63F-225E-4307-972A-4CDF25F47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123AD1-E6CA-4340-95A3-D4C73BC31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9AD804-4D67-45D8-A0F5-352B5EFB3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4CC944-1D89-47E9-86DC-197D83A60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1F4CDA-58EE-4543-9771-56F5BF989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1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454355-ADFB-47C3-B55E-01B0D4F8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11C67E-5A4A-4B71-848B-8FBAE97EE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49A9A78-46A1-4374-877A-E7E12CC3C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FE884E-5002-49C5-AA37-8E647BFBD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D94669-FFF5-4011-91C5-3B173892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58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13010-5D53-4CC7-AEC1-B4B298A02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5D10DE-DBCB-4CFC-BCC4-5B3AED26B2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BE94105-CB1E-42E7-89EF-C422EE9E4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F01B060-9D98-4EAD-B3D6-9AA339ECF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2000922-FA9C-41BD-99A1-72F8C0113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A35B66-CDA4-4C42-A433-B25AB7EB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54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173B1-470B-43DF-8D1B-043CED93C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BA4819-81DD-417F-8F52-271E27831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EC3374-A6C5-42DB-8FA7-9B2ABE876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19F0C8E-E5E7-47B1-85C7-3A949961E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4A3FB6-7AD4-4C81-A21D-4A9C1C219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8AF7AF-DECF-4AEB-8792-B20941170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689A6A1-CE4B-4BB2-8758-96E2E47E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1D19EDF-5266-4576-8FC5-26CC424C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38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6A8628-915C-4988-8DD0-A2DE77078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68E2B2-1FE7-40CF-B250-52636FE2C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68BCFA-E63C-406F-A3BA-0A82E0BC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985EE6F-8898-4721-9A7F-6F5FE844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11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0E01592-7CE2-4D95-B09B-01C9FE23F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98B0E0-1217-43C3-A546-D92C94949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A23510-12E8-41F0-8EDD-1752A4F2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019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131DC7-AE46-4A67-9E8B-69A9FA8E3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76BB8-5C0A-495A-8A09-F862DAFC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3EB122-523D-4707-81D6-E5D8FC2DB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05F2E5-678E-487A-A798-1DD1D065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B1E2A-C9D6-4939-BD3C-44ED32B0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D2BB17-2EAD-4BBA-BF6F-592FA051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3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3DC087-E59C-4638-9F9A-60432303A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F97D75A-890C-4AE4-ACAD-567474D9DB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F194A3-AA0F-4573-AF9D-52AAFC39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9BC914-4368-480C-8A9D-157AE95A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0C9966-27C3-4FC7-B015-D5E8D7BAB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B1E870B-F5D2-48EE-9670-E32BA524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25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6A0697-3705-4CDC-B3C2-E69289CA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7AAE2D-B975-4B39-9CB9-AF44F2A9B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9C63B0-5AB4-408F-B2B2-822D9737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66B739-E8ED-40D2-82A0-8A9C116AA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A584A8-F418-43D5-A824-5376C569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140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E45561C-2EB0-4C69-97DF-3D6351DA5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1DE617-1041-4CD0-9A84-D2120749D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0BAD2E-EC56-4BAC-973D-CCD6877C5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358C61-C134-4031-B290-C6F24F230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2AD11-6CE7-45CE-961D-24015F1F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38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D737B5-93FD-4B4E-9884-C4C0BDAF5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6EC874-718D-4E9F-925F-C884117BB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CF2D75-5A85-47DD-8D53-4C05ADEA8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0550D-52A2-4FE4-A9F4-0B2C6001327C}" type="datetimeFigureOut">
              <a:rPr lang="fr-FR" smtClean="0"/>
              <a:t>19/01/2023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521EFD-654F-4C11-8F2A-42CC7E4EC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D30DB4-FBB1-4417-93B2-9F02E84A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C910E-747A-4E82-8D59-1F6E00169F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49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C60B749-762D-4C4F-A057-F065BDBB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351854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958637D-752A-418D-9F3A-2DB0C0AA5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52613"/>
            <a:ext cx="12192000" cy="236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A2F9F896-0DE8-4A54-9F35-B1C8839304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4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DE3E987A-8032-4FDF-8738-2B1C22527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15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32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1B34DE8-4EFE-4722-A8EF-4CC440062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27"/>
            <a:ext cx="12192000" cy="230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430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54FB5C60-9C85-4AB7-BEE1-A7D82AB0B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72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215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31290E7F-6B72-46E5-AC1F-EBC5D5C19B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5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1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6F6E4CE8-9A08-4FAA-BE6F-F67B8D252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39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03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87813273-8FDA-473D-AB71-A2C3C09A9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44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8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40F46663-7CC3-4573-B744-83DC994976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1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72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B0425FF6-C624-46D0-A6FE-0FD73A4B2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8889580" cy="445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008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3B03E06-00A3-33E9-1162-3FD787FCA3DC}"/>
              </a:ext>
            </a:extLst>
          </p:cNvPr>
          <p:cNvSpPr txBox="1"/>
          <p:nvPr/>
        </p:nvSpPr>
        <p:spPr>
          <a:xfrm>
            <a:off x="7155611" y="3627407"/>
            <a:ext cx="45719" cy="6689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A7A6F1-98EC-BFF1-83DF-BF08633DA657}"/>
              </a:ext>
            </a:extLst>
          </p:cNvPr>
          <p:cNvSpPr txBox="1"/>
          <p:nvPr/>
        </p:nvSpPr>
        <p:spPr>
          <a:xfrm>
            <a:off x="3017089" y="3076119"/>
            <a:ext cx="6154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728C8FD-681B-2178-D199-7B10F5789BFB}"/>
              </a:ext>
            </a:extLst>
          </p:cNvPr>
          <p:cNvSpPr txBox="1"/>
          <p:nvPr/>
        </p:nvSpPr>
        <p:spPr>
          <a:xfrm>
            <a:off x="3047281" y="3244334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A12E84F-E046-139D-A881-632B0BF9D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249" y="655606"/>
            <a:ext cx="1393709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20FE1ED-CCAB-F848-A47C-D61A427A4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911" y="1460340"/>
            <a:ext cx="1408949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aphicFrame>
        <p:nvGraphicFramePr>
          <p:cNvPr id="15" name="Objet 14">
            <a:extLst>
              <a:ext uri="{FF2B5EF4-FFF2-40B4-BE49-F238E27FC236}">
                <a16:creationId xmlns:a16="http://schemas.microsoft.com/office/drawing/2014/main" id="{A1CC4217-7B54-773B-2C67-83B32E6EF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414803"/>
              </p:ext>
            </p:extLst>
          </p:nvPr>
        </p:nvGraphicFramePr>
        <p:xfrm>
          <a:off x="949911" y="1460340"/>
          <a:ext cx="8792792" cy="1065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71900" imgH="457200" progId="Equation.DSMT4">
                  <p:embed/>
                </p:oleObj>
              </mc:Choice>
              <mc:Fallback>
                <p:oleObj name="Equation" r:id="rId3" imgW="37719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911" y="1460340"/>
                        <a:ext cx="8792792" cy="10657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6659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E8C646FF-D87F-4B68-BA2C-C8331467E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26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F1FD26C7-CED3-4E6E-9AC1-FEA7DF148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10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84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2C20E2F8-4C7B-43F3-81D4-8BAFA0E1D4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3232"/>
            <a:ext cx="898332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94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10548F6-649B-4B39-A45C-B9E79AD43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417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45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80D5ADD6-8C8C-477A-97CA-C62ADE71A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67508" cy="185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8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exte&#10;&#10;Description générée automatiquement">
            <a:extLst>
              <a:ext uri="{FF2B5EF4-FFF2-40B4-BE49-F238E27FC236}">
                <a16:creationId xmlns:a16="http://schemas.microsoft.com/office/drawing/2014/main" id="{C9BAE1A8-A749-4C3D-86B8-3AF56D284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1666" cy="199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37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A410128C-74D8-4582-B413-C70F4A7D19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213305" cy="213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430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2" descr="Une image contenant table&#10;&#10;Description générée automatiquement">
            <a:extLst>
              <a:ext uri="{FF2B5EF4-FFF2-40B4-BE49-F238E27FC236}">
                <a16:creationId xmlns:a16="http://schemas.microsoft.com/office/drawing/2014/main" id="{9CA2D4FF-1EF7-460B-85E8-242BA96D6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59848" cy="187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736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305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71E386B-E53F-4119-A7A8-4C5361CA6A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0270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Grand écran</PresentationFormat>
  <Paragraphs>0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Thème Office</vt:lpstr>
      <vt:lpstr>MathType 6.0 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Bertrand PELLETIER</dc:creator>
  <cp:lastModifiedBy>Bertrand PELLETIER</cp:lastModifiedBy>
  <cp:revision>2</cp:revision>
  <dcterms:created xsi:type="dcterms:W3CDTF">2020-11-05T07:36:40Z</dcterms:created>
  <dcterms:modified xsi:type="dcterms:W3CDTF">2023-01-19T12:20:13Z</dcterms:modified>
</cp:coreProperties>
</file>